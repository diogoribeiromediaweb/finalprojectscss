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64" r:id="rId17"/>
    <p:sldId id="265" r:id="rId18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637F8"/>
    <a:srgbClr val="734B6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37"/>
    <p:restoredTop sz="94684"/>
  </p:normalViewPr>
  <p:slideViewPr>
    <p:cSldViewPr snapToGrid="0">
      <p:cViewPr varScale="1">
        <p:scale>
          <a:sx n="93" d="100"/>
          <a:sy n="93" d="100"/>
        </p:scale>
        <p:origin x="232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_rels/data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2wEQcbIM_h8&amp;t=2886s" TargetMode="External"/><Relationship Id="rId1" Type="http://schemas.openxmlformats.org/officeDocument/2006/relationships/hyperlink" Target="https://success.outsystems.com/documentation/11/building_apps/user_interface/screen_templates/creating_screen_templates/" TargetMode="External"/></Relationships>
</file>

<file path=ppt/diagrams/_rels/drawing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2wEQcbIM_h8&amp;t=2886s" TargetMode="External"/><Relationship Id="rId1" Type="http://schemas.openxmlformats.org/officeDocument/2006/relationships/hyperlink" Target="https://success.outsystems.com/documentation/11/building_apps/user_interface/screen_templates/creating_screen_templates/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2AB9D6D-FF8E-491B-93AF-00149F7BDBFE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61CEFE57-9409-4E6A-9817-B12B48DC0698}">
      <dgm:prSet/>
      <dgm:spPr/>
      <dgm:t>
        <a:bodyPr/>
        <a:lstStyle/>
        <a:p>
          <a:pPr>
            <a:buNone/>
          </a:pPr>
          <a:r>
            <a:rPr lang="pt-PT" dirty="0" err="1"/>
            <a:t>Once</a:t>
          </a:r>
          <a:r>
            <a:rPr lang="pt-PT" dirty="0"/>
            <a:t> </a:t>
          </a:r>
          <a:r>
            <a:rPr lang="pt-PT" dirty="0" err="1"/>
            <a:t>that’s</a:t>
          </a:r>
          <a:r>
            <a:rPr lang="pt-PT" dirty="0"/>
            <a:t> </a:t>
          </a:r>
          <a:r>
            <a:rPr lang="pt-PT" dirty="0" err="1"/>
            <a:t>done</a:t>
          </a:r>
          <a:r>
            <a:rPr lang="pt-PT" dirty="0"/>
            <a:t>, </a:t>
          </a:r>
          <a:r>
            <a:rPr lang="pt-PT" dirty="0" err="1"/>
            <a:t>we’ll</a:t>
          </a:r>
          <a:r>
            <a:rPr lang="pt-PT" dirty="0"/>
            <a:t> move </a:t>
          </a:r>
          <a:r>
            <a:rPr lang="pt-PT" dirty="0" err="1"/>
            <a:t>on</a:t>
          </a:r>
          <a:r>
            <a:rPr lang="pt-PT" dirty="0"/>
            <a:t> to </a:t>
          </a:r>
          <a:r>
            <a:rPr lang="pt-PT" dirty="0" err="1"/>
            <a:t>customizing</a:t>
          </a:r>
          <a:r>
            <a:rPr lang="pt-PT" dirty="0"/>
            <a:t> </a:t>
          </a:r>
          <a:r>
            <a:rPr lang="pt-PT" dirty="0" err="1"/>
            <a:t>the</a:t>
          </a:r>
          <a:r>
            <a:rPr lang="pt-PT" dirty="0"/>
            <a:t> </a:t>
          </a:r>
          <a:r>
            <a:rPr lang="pt-PT" dirty="0" err="1"/>
            <a:t>OutSystems</a:t>
          </a:r>
          <a:r>
            <a:rPr lang="pt-PT" dirty="0"/>
            <a:t> </a:t>
          </a:r>
          <a:r>
            <a:rPr lang="pt-PT" dirty="0" err="1"/>
            <a:t>widgets</a:t>
          </a:r>
          <a:r>
            <a:rPr lang="pt-PT" dirty="0"/>
            <a:t>, </a:t>
          </a:r>
          <a:r>
            <a:rPr lang="pt-PT" dirty="0" err="1"/>
            <a:t>styling</a:t>
          </a:r>
          <a:r>
            <a:rPr lang="pt-PT" dirty="0"/>
            <a:t> </a:t>
          </a:r>
          <a:r>
            <a:rPr lang="pt-PT" dirty="0" err="1"/>
            <a:t>them</a:t>
          </a:r>
          <a:r>
            <a:rPr lang="pt-PT" dirty="0"/>
            <a:t> as </a:t>
          </a:r>
          <a:r>
            <a:rPr lang="pt-PT" dirty="0" err="1"/>
            <a:t>shown</a:t>
          </a:r>
          <a:r>
            <a:rPr lang="pt-PT" dirty="0"/>
            <a:t> in </a:t>
          </a:r>
          <a:r>
            <a:rPr lang="pt-PT" dirty="0" err="1"/>
            <a:t>the</a:t>
          </a:r>
          <a:r>
            <a:rPr lang="pt-PT" dirty="0"/>
            <a:t> </a:t>
          </a:r>
          <a:r>
            <a:rPr lang="pt-PT" dirty="0" err="1"/>
            <a:t>style</a:t>
          </a:r>
          <a:r>
            <a:rPr lang="pt-PT" dirty="0"/>
            <a:t> </a:t>
          </a:r>
          <a:r>
            <a:rPr lang="pt-PT" dirty="0" err="1"/>
            <a:t>guide</a:t>
          </a:r>
          <a:r>
            <a:rPr lang="pt-PT" dirty="0"/>
            <a:t> (Customize </a:t>
          </a:r>
          <a:r>
            <a:rPr lang="pt-PT" dirty="0" err="1"/>
            <a:t>all</a:t>
          </a:r>
          <a:r>
            <a:rPr lang="pt-PT" dirty="0"/>
            <a:t> </a:t>
          </a:r>
          <a:r>
            <a:rPr lang="pt-PT" dirty="0" err="1"/>
            <a:t>Built</a:t>
          </a:r>
          <a:r>
            <a:rPr lang="pt-PT" dirty="0"/>
            <a:t>-in </a:t>
          </a:r>
          <a:r>
            <a:rPr lang="pt-PT" dirty="0" err="1"/>
            <a:t>Widgets</a:t>
          </a:r>
          <a:r>
            <a:rPr lang="pt-PT" dirty="0"/>
            <a:t>)</a:t>
          </a:r>
          <a:endParaRPr lang="en-US" dirty="0"/>
        </a:p>
      </dgm:t>
    </dgm:pt>
    <dgm:pt modelId="{6E628D4C-8D6A-4BA0-B40C-A3931D9D0C76}" type="parTrans" cxnId="{EE9CF51A-0258-4E00-8317-C25B27B2113E}">
      <dgm:prSet/>
      <dgm:spPr/>
      <dgm:t>
        <a:bodyPr/>
        <a:lstStyle/>
        <a:p>
          <a:endParaRPr lang="en-US"/>
        </a:p>
      </dgm:t>
    </dgm:pt>
    <dgm:pt modelId="{52993E11-FBC2-456B-B030-FE6ECA6D054B}" type="sibTrans" cxnId="{EE9CF51A-0258-4E00-8317-C25B27B2113E}">
      <dgm:prSet/>
      <dgm:spPr/>
      <dgm:t>
        <a:bodyPr/>
        <a:lstStyle/>
        <a:p>
          <a:endParaRPr lang="en-US"/>
        </a:p>
      </dgm:t>
    </dgm:pt>
    <dgm:pt modelId="{81B199FF-DC8E-4F54-8B95-88B57D7103EC}">
      <dgm:prSet/>
      <dgm:spPr/>
      <dgm:t>
        <a:bodyPr/>
        <a:lstStyle/>
        <a:p>
          <a:pPr>
            <a:buNone/>
          </a:pPr>
          <a:r>
            <a:rPr lang="pt-PT" dirty="0" err="1"/>
            <a:t>Once</a:t>
          </a:r>
          <a:r>
            <a:rPr lang="pt-PT" dirty="0"/>
            <a:t> </a:t>
          </a:r>
          <a:r>
            <a:rPr lang="pt-PT" dirty="0" err="1"/>
            <a:t>we</a:t>
          </a:r>
          <a:r>
            <a:rPr lang="pt-PT" dirty="0"/>
            <a:t> </a:t>
          </a:r>
          <a:r>
            <a:rPr lang="pt-PT" dirty="0" err="1"/>
            <a:t>had</a:t>
          </a:r>
          <a:r>
            <a:rPr lang="pt-PT" dirty="0"/>
            <a:t> </a:t>
          </a:r>
          <a:r>
            <a:rPr lang="pt-PT" dirty="0" err="1"/>
            <a:t>the</a:t>
          </a:r>
          <a:r>
            <a:rPr lang="pt-PT" dirty="0"/>
            <a:t> </a:t>
          </a:r>
          <a:r>
            <a:rPr lang="pt-PT" dirty="0" err="1"/>
            <a:t>entire</a:t>
          </a:r>
          <a:r>
            <a:rPr lang="pt-PT" dirty="0"/>
            <a:t> </a:t>
          </a:r>
          <a:r>
            <a:rPr lang="pt-PT" dirty="0" err="1"/>
            <a:t>system</a:t>
          </a:r>
          <a:r>
            <a:rPr lang="pt-PT" dirty="0"/>
            <a:t> set </a:t>
          </a:r>
          <a:r>
            <a:rPr lang="pt-PT" dirty="0" err="1"/>
            <a:t>up</a:t>
          </a:r>
          <a:r>
            <a:rPr lang="pt-PT" dirty="0"/>
            <a:t> </a:t>
          </a:r>
          <a:r>
            <a:rPr lang="pt-PT" dirty="0" err="1"/>
            <a:t>and</a:t>
          </a:r>
          <a:r>
            <a:rPr lang="pt-PT" dirty="0"/>
            <a:t> </a:t>
          </a:r>
          <a:r>
            <a:rPr lang="pt-PT" dirty="0" err="1"/>
            <a:t>were</a:t>
          </a:r>
          <a:r>
            <a:rPr lang="pt-PT" dirty="0"/>
            <a:t> </a:t>
          </a:r>
          <a:r>
            <a:rPr lang="pt-PT" dirty="0" err="1"/>
            <a:t>ready</a:t>
          </a:r>
          <a:r>
            <a:rPr lang="pt-PT" dirty="0"/>
            <a:t> to </a:t>
          </a:r>
          <a:r>
            <a:rPr lang="pt-PT" dirty="0" err="1"/>
            <a:t>start</a:t>
          </a:r>
          <a:r>
            <a:rPr lang="pt-PT" dirty="0"/>
            <a:t> </a:t>
          </a:r>
          <a:r>
            <a:rPr lang="pt-PT" dirty="0" err="1"/>
            <a:t>making</a:t>
          </a:r>
          <a:r>
            <a:rPr lang="pt-PT" dirty="0"/>
            <a:t> </a:t>
          </a:r>
          <a:r>
            <a:rPr lang="pt-PT" dirty="0" err="1"/>
            <a:t>changes</a:t>
          </a:r>
          <a:r>
            <a:rPr lang="pt-PT" dirty="0"/>
            <a:t> for </a:t>
          </a:r>
          <a:r>
            <a:rPr lang="pt-PT" dirty="0" err="1"/>
            <a:t>the</a:t>
          </a:r>
          <a:r>
            <a:rPr lang="pt-PT" dirty="0"/>
            <a:t> </a:t>
          </a:r>
          <a:r>
            <a:rPr lang="pt-PT" dirty="0" err="1"/>
            <a:t>client</a:t>
          </a:r>
          <a:r>
            <a:rPr lang="pt-PT" dirty="0"/>
            <a:t>, I </a:t>
          </a:r>
          <a:r>
            <a:rPr lang="pt-PT" dirty="0" err="1"/>
            <a:t>began</a:t>
          </a:r>
          <a:r>
            <a:rPr lang="pt-PT" dirty="0"/>
            <a:t> </a:t>
          </a:r>
          <a:r>
            <a:rPr lang="pt-PT" dirty="0" err="1"/>
            <a:t>developing</a:t>
          </a:r>
          <a:r>
            <a:rPr lang="pt-PT" dirty="0"/>
            <a:t> </a:t>
          </a:r>
          <a:r>
            <a:rPr lang="pt-PT" dirty="0" err="1"/>
            <a:t>my</a:t>
          </a:r>
          <a:r>
            <a:rPr lang="pt-PT" dirty="0"/>
            <a:t> </a:t>
          </a:r>
          <a:r>
            <a:rPr lang="pt-PT" dirty="0" err="1"/>
            <a:t>root</a:t>
          </a:r>
          <a:r>
            <a:rPr lang="pt-PT" dirty="0"/>
            <a:t> </a:t>
          </a:r>
          <a:r>
            <a:rPr lang="pt-PT" dirty="0" err="1"/>
            <a:t>and</a:t>
          </a:r>
          <a:r>
            <a:rPr lang="pt-PT" dirty="0"/>
            <a:t> </a:t>
          </a:r>
          <a:r>
            <a:rPr lang="pt-PT" dirty="0" err="1"/>
            <a:t>utility</a:t>
          </a:r>
          <a:r>
            <a:rPr lang="pt-PT" dirty="0"/>
            <a:t> classes </a:t>
          </a:r>
          <a:r>
            <a:rPr lang="pt-PT" dirty="0" err="1"/>
            <a:t>by</a:t>
          </a:r>
          <a:r>
            <a:rPr lang="pt-PT" dirty="0"/>
            <a:t> </a:t>
          </a:r>
          <a:r>
            <a:rPr lang="pt-PT" dirty="0" err="1"/>
            <a:t>analyzing</a:t>
          </a:r>
          <a:r>
            <a:rPr lang="pt-PT" dirty="0"/>
            <a:t> </a:t>
          </a:r>
          <a:r>
            <a:rPr lang="pt-PT" dirty="0" err="1"/>
            <a:t>the</a:t>
          </a:r>
          <a:r>
            <a:rPr lang="pt-PT" dirty="0"/>
            <a:t> </a:t>
          </a:r>
          <a:r>
            <a:rPr lang="pt-PT" dirty="0" err="1"/>
            <a:t>Figma</a:t>
          </a:r>
          <a:r>
            <a:rPr lang="pt-PT" dirty="0"/>
            <a:t> files, </a:t>
          </a:r>
          <a:r>
            <a:rPr lang="pt-PT" dirty="0" err="1"/>
            <a:t>adding</a:t>
          </a:r>
          <a:r>
            <a:rPr lang="pt-PT" dirty="0"/>
            <a:t> </a:t>
          </a:r>
          <a:r>
            <a:rPr lang="pt-PT" dirty="0" err="1"/>
            <a:t>and</a:t>
          </a:r>
          <a:r>
            <a:rPr lang="pt-PT" dirty="0"/>
            <a:t> </a:t>
          </a:r>
          <a:r>
            <a:rPr lang="pt-PT" dirty="0" err="1"/>
            <a:t>modifying</a:t>
          </a:r>
          <a:r>
            <a:rPr lang="pt-PT" dirty="0"/>
            <a:t> </a:t>
          </a:r>
          <a:r>
            <a:rPr lang="pt-PT" dirty="0" err="1"/>
            <a:t>only</a:t>
          </a:r>
          <a:r>
            <a:rPr lang="pt-PT" dirty="0"/>
            <a:t> </a:t>
          </a:r>
          <a:r>
            <a:rPr lang="pt-PT" dirty="0" err="1"/>
            <a:t>what</a:t>
          </a:r>
          <a:r>
            <a:rPr lang="pt-PT" dirty="0"/>
            <a:t> </a:t>
          </a:r>
          <a:r>
            <a:rPr lang="pt-PT" dirty="0" err="1"/>
            <a:t>was</a:t>
          </a:r>
          <a:r>
            <a:rPr lang="pt-PT" dirty="0"/>
            <a:t> </a:t>
          </a:r>
          <a:r>
            <a:rPr lang="pt-PT" dirty="0" err="1"/>
            <a:t>strictly</a:t>
          </a:r>
          <a:r>
            <a:rPr lang="pt-PT" dirty="0"/>
            <a:t> </a:t>
          </a:r>
          <a:r>
            <a:rPr lang="pt-PT" dirty="0" err="1"/>
            <a:t>necessary</a:t>
          </a:r>
          <a:r>
            <a:rPr lang="pt-PT" dirty="0"/>
            <a:t> (</a:t>
          </a:r>
          <a:r>
            <a:rPr lang="pt-PT" dirty="0" err="1"/>
            <a:t>Foundations</a:t>
          </a:r>
          <a:r>
            <a:rPr lang="pt-PT" dirty="0"/>
            <a:t>).</a:t>
          </a:r>
          <a:endParaRPr lang="en-US" dirty="0"/>
        </a:p>
      </dgm:t>
    </dgm:pt>
    <dgm:pt modelId="{F5BF1FED-1E40-46B1-8F66-5CC36591529F}" type="sibTrans" cxnId="{77B8ABA0-AB61-4558-8D78-9947AC1D3CAC}">
      <dgm:prSet/>
      <dgm:spPr/>
      <dgm:t>
        <a:bodyPr/>
        <a:lstStyle/>
        <a:p>
          <a:endParaRPr lang="en-US"/>
        </a:p>
      </dgm:t>
    </dgm:pt>
    <dgm:pt modelId="{6449DF40-E57E-416E-B98D-FEBFA3630F33}" type="parTrans" cxnId="{77B8ABA0-AB61-4558-8D78-9947AC1D3CAC}">
      <dgm:prSet/>
      <dgm:spPr/>
      <dgm:t>
        <a:bodyPr/>
        <a:lstStyle/>
        <a:p>
          <a:endParaRPr lang="en-US"/>
        </a:p>
      </dgm:t>
    </dgm:pt>
    <dgm:pt modelId="{9235F886-4F0E-754B-A534-D18A2A6E997D}" type="pres">
      <dgm:prSet presAssocID="{82AB9D6D-FF8E-491B-93AF-00149F7BDBFE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D9621BD6-6610-8D46-A8EF-7276B7E697E2}" type="pres">
      <dgm:prSet presAssocID="{81B199FF-DC8E-4F54-8B95-88B57D7103EC}" presName="hierRoot1" presStyleCnt="0"/>
      <dgm:spPr/>
    </dgm:pt>
    <dgm:pt modelId="{C2233ADB-409F-7B4B-AC8B-895352E8392D}" type="pres">
      <dgm:prSet presAssocID="{81B199FF-DC8E-4F54-8B95-88B57D7103EC}" presName="composite" presStyleCnt="0"/>
      <dgm:spPr/>
    </dgm:pt>
    <dgm:pt modelId="{6EE2E5BA-9FBE-B142-AFF3-D4154A9333C1}" type="pres">
      <dgm:prSet presAssocID="{81B199FF-DC8E-4F54-8B95-88B57D7103EC}" presName="background" presStyleLbl="node0" presStyleIdx="0" presStyleCnt="2"/>
      <dgm:spPr>
        <a:solidFill>
          <a:srgbClr val="8637F8"/>
        </a:solidFill>
      </dgm:spPr>
    </dgm:pt>
    <dgm:pt modelId="{2E85BD29-1775-F94F-A675-40E89249CBE9}" type="pres">
      <dgm:prSet presAssocID="{81B199FF-DC8E-4F54-8B95-88B57D7103EC}" presName="text" presStyleLbl="fgAcc0" presStyleIdx="0" presStyleCnt="2">
        <dgm:presLayoutVars>
          <dgm:chPref val="3"/>
        </dgm:presLayoutVars>
      </dgm:prSet>
      <dgm:spPr/>
    </dgm:pt>
    <dgm:pt modelId="{10CD4496-F9B0-F143-8DC5-AE7DFFDDDD2A}" type="pres">
      <dgm:prSet presAssocID="{81B199FF-DC8E-4F54-8B95-88B57D7103EC}" presName="hierChild2" presStyleCnt="0"/>
      <dgm:spPr/>
    </dgm:pt>
    <dgm:pt modelId="{360D2D03-87D6-CE47-98CA-84A7B2A04749}" type="pres">
      <dgm:prSet presAssocID="{61CEFE57-9409-4E6A-9817-B12B48DC0698}" presName="hierRoot1" presStyleCnt="0"/>
      <dgm:spPr/>
    </dgm:pt>
    <dgm:pt modelId="{9E313A8C-3F15-B643-B54C-71708409353F}" type="pres">
      <dgm:prSet presAssocID="{61CEFE57-9409-4E6A-9817-B12B48DC0698}" presName="composite" presStyleCnt="0"/>
      <dgm:spPr/>
    </dgm:pt>
    <dgm:pt modelId="{F23D98C4-9003-9248-A4EB-3485B8AA4BD8}" type="pres">
      <dgm:prSet presAssocID="{61CEFE57-9409-4E6A-9817-B12B48DC0698}" presName="background" presStyleLbl="node0" presStyleIdx="1" presStyleCnt="2"/>
      <dgm:spPr>
        <a:solidFill>
          <a:srgbClr val="8637F8"/>
        </a:solidFill>
      </dgm:spPr>
    </dgm:pt>
    <dgm:pt modelId="{33358B79-F006-5F4A-B987-C2022B0F033B}" type="pres">
      <dgm:prSet presAssocID="{61CEFE57-9409-4E6A-9817-B12B48DC0698}" presName="text" presStyleLbl="fgAcc0" presStyleIdx="1" presStyleCnt="2">
        <dgm:presLayoutVars>
          <dgm:chPref val="3"/>
        </dgm:presLayoutVars>
      </dgm:prSet>
      <dgm:spPr/>
    </dgm:pt>
    <dgm:pt modelId="{936174AB-AE1A-B04B-8B0E-DB3A38847042}" type="pres">
      <dgm:prSet presAssocID="{61CEFE57-9409-4E6A-9817-B12B48DC0698}" presName="hierChild2" presStyleCnt="0"/>
      <dgm:spPr/>
    </dgm:pt>
  </dgm:ptLst>
  <dgm:cxnLst>
    <dgm:cxn modelId="{EE9CF51A-0258-4E00-8317-C25B27B2113E}" srcId="{82AB9D6D-FF8E-491B-93AF-00149F7BDBFE}" destId="{61CEFE57-9409-4E6A-9817-B12B48DC0698}" srcOrd="1" destOrd="0" parTransId="{6E628D4C-8D6A-4BA0-B40C-A3931D9D0C76}" sibTransId="{52993E11-FBC2-456B-B030-FE6ECA6D054B}"/>
    <dgm:cxn modelId="{D427E91F-090A-9249-8686-FEA4D35E018C}" type="presOf" srcId="{61CEFE57-9409-4E6A-9817-B12B48DC0698}" destId="{33358B79-F006-5F4A-B987-C2022B0F033B}" srcOrd="0" destOrd="0" presId="urn:microsoft.com/office/officeart/2005/8/layout/hierarchy1"/>
    <dgm:cxn modelId="{D83D016D-91C1-C943-AD0D-72E661E38101}" type="presOf" srcId="{81B199FF-DC8E-4F54-8B95-88B57D7103EC}" destId="{2E85BD29-1775-F94F-A675-40E89249CBE9}" srcOrd="0" destOrd="0" presId="urn:microsoft.com/office/officeart/2005/8/layout/hierarchy1"/>
    <dgm:cxn modelId="{B18E3573-5636-2244-B4F1-879D8175F34E}" type="presOf" srcId="{82AB9D6D-FF8E-491B-93AF-00149F7BDBFE}" destId="{9235F886-4F0E-754B-A534-D18A2A6E997D}" srcOrd="0" destOrd="0" presId="urn:microsoft.com/office/officeart/2005/8/layout/hierarchy1"/>
    <dgm:cxn modelId="{77B8ABA0-AB61-4558-8D78-9947AC1D3CAC}" srcId="{82AB9D6D-FF8E-491B-93AF-00149F7BDBFE}" destId="{81B199FF-DC8E-4F54-8B95-88B57D7103EC}" srcOrd="0" destOrd="0" parTransId="{6449DF40-E57E-416E-B98D-FEBFA3630F33}" sibTransId="{F5BF1FED-1E40-46B1-8F66-5CC36591529F}"/>
    <dgm:cxn modelId="{F3ED97B7-64A8-F945-942C-0DCE1C1B2188}" type="presParOf" srcId="{9235F886-4F0E-754B-A534-D18A2A6E997D}" destId="{D9621BD6-6610-8D46-A8EF-7276B7E697E2}" srcOrd="0" destOrd="0" presId="urn:microsoft.com/office/officeart/2005/8/layout/hierarchy1"/>
    <dgm:cxn modelId="{B65243D7-EDF3-F349-9E61-A1144F219FA4}" type="presParOf" srcId="{D9621BD6-6610-8D46-A8EF-7276B7E697E2}" destId="{C2233ADB-409F-7B4B-AC8B-895352E8392D}" srcOrd="0" destOrd="0" presId="urn:microsoft.com/office/officeart/2005/8/layout/hierarchy1"/>
    <dgm:cxn modelId="{79CB02BE-852B-9841-8A86-AC8DAE724604}" type="presParOf" srcId="{C2233ADB-409F-7B4B-AC8B-895352E8392D}" destId="{6EE2E5BA-9FBE-B142-AFF3-D4154A9333C1}" srcOrd="0" destOrd="0" presId="urn:microsoft.com/office/officeart/2005/8/layout/hierarchy1"/>
    <dgm:cxn modelId="{50B3C736-E20A-9F47-8CF7-694FA80E6874}" type="presParOf" srcId="{C2233ADB-409F-7B4B-AC8B-895352E8392D}" destId="{2E85BD29-1775-F94F-A675-40E89249CBE9}" srcOrd="1" destOrd="0" presId="urn:microsoft.com/office/officeart/2005/8/layout/hierarchy1"/>
    <dgm:cxn modelId="{91B7096A-2686-ED46-BF46-75CD908CEBEF}" type="presParOf" srcId="{D9621BD6-6610-8D46-A8EF-7276B7E697E2}" destId="{10CD4496-F9B0-F143-8DC5-AE7DFFDDDD2A}" srcOrd="1" destOrd="0" presId="urn:microsoft.com/office/officeart/2005/8/layout/hierarchy1"/>
    <dgm:cxn modelId="{C55D58B6-AF19-FE4F-8AEB-4B09B0E8E106}" type="presParOf" srcId="{9235F886-4F0E-754B-A534-D18A2A6E997D}" destId="{360D2D03-87D6-CE47-98CA-84A7B2A04749}" srcOrd="1" destOrd="0" presId="urn:microsoft.com/office/officeart/2005/8/layout/hierarchy1"/>
    <dgm:cxn modelId="{FF5488EF-C124-CE42-8357-FDAC618578EA}" type="presParOf" srcId="{360D2D03-87D6-CE47-98CA-84A7B2A04749}" destId="{9E313A8C-3F15-B643-B54C-71708409353F}" srcOrd="0" destOrd="0" presId="urn:microsoft.com/office/officeart/2005/8/layout/hierarchy1"/>
    <dgm:cxn modelId="{1CBFC326-6CFF-CD4A-BA8E-DF53D07687BB}" type="presParOf" srcId="{9E313A8C-3F15-B643-B54C-71708409353F}" destId="{F23D98C4-9003-9248-A4EB-3485B8AA4BD8}" srcOrd="0" destOrd="0" presId="urn:microsoft.com/office/officeart/2005/8/layout/hierarchy1"/>
    <dgm:cxn modelId="{E72DDF2D-FE89-FB4A-BE89-E9F4D1F3B90C}" type="presParOf" srcId="{9E313A8C-3F15-B643-B54C-71708409353F}" destId="{33358B79-F006-5F4A-B987-C2022B0F033B}" srcOrd="1" destOrd="0" presId="urn:microsoft.com/office/officeart/2005/8/layout/hierarchy1"/>
    <dgm:cxn modelId="{1FCC1D0A-022E-104F-B562-A36E84EECF17}" type="presParOf" srcId="{360D2D03-87D6-CE47-98CA-84A7B2A04749}" destId="{936174AB-AE1A-B04B-8B0E-DB3A38847042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7FA9ADE-E810-4F6F-9783-2D48B3510BDA}" type="doc">
      <dgm:prSet loTypeId="urn:microsoft.com/office/officeart/2016/7/layout/LinearArrowProcessNumbered" loCatId="process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9D37FBA7-94D1-485D-8D92-499E1BB7ACB3}">
      <dgm:prSet/>
      <dgm:spPr/>
      <dgm:t>
        <a:bodyPr/>
        <a:lstStyle/>
        <a:p>
          <a:r>
            <a:rPr lang="pt-PT" dirty="0" err="1"/>
            <a:t>If</a:t>
          </a:r>
          <a:r>
            <a:rPr lang="pt-PT" dirty="0"/>
            <a:t> i </a:t>
          </a:r>
          <a:r>
            <a:rPr lang="pt-PT" dirty="0" err="1"/>
            <a:t>have</a:t>
          </a:r>
          <a:r>
            <a:rPr lang="pt-PT" dirty="0"/>
            <a:t> </a:t>
          </a:r>
          <a:r>
            <a:rPr lang="pt-PT" dirty="0" err="1"/>
            <a:t>any</a:t>
          </a:r>
          <a:r>
            <a:rPr lang="pt-PT" dirty="0"/>
            <a:t> </a:t>
          </a:r>
          <a:r>
            <a:rPr lang="pt-PT" dirty="0" err="1"/>
            <a:t>questions</a:t>
          </a:r>
          <a:r>
            <a:rPr lang="pt-PT" dirty="0"/>
            <a:t>, I </a:t>
          </a:r>
          <a:r>
            <a:rPr lang="pt-PT" dirty="0" err="1"/>
            <a:t>spoke</a:t>
          </a:r>
          <a:r>
            <a:rPr lang="pt-PT" dirty="0"/>
            <a:t> </a:t>
          </a:r>
          <a:r>
            <a:rPr lang="pt-PT" dirty="0" err="1"/>
            <a:t>with</a:t>
          </a:r>
          <a:r>
            <a:rPr lang="pt-PT" dirty="0"/>
            <a:t> </a:t>
          </a:r>
          <a:r>
            <a:rPr lang="pt-PT" dirty="0" err="1"/>
            <a:t>my</a:t>
          </a:r>
          <a:r>
            <a:rPr lang="pt-PT" dirty="0"/>
            <a:t> team leader, André Henriques, </a:t>
          </a:r>
          <a:r>
            <a:rPr lang="pt-PT" dirty="0" err="1"/>
            <a:t>and</a:t>
          </a:r>
          <a:r>
            <a:rPr lang="pt-PT" dirty="0"/>
            <a:t> </a:t>
          </a:r>
          <a:r>
            <a:rPr lang="pt-PT" dirty="0" err="1"/>
            <a:t>with</a:t>
          </a:r>
          <a:r>
            <a:rPr lang="pt-PT" dirty="0"/>
            <a:t> Diogo Miranda, </a:t>
          </a:r>
          <a:r>
            <a:rPr lang="pt-PT" dirty="0" err="1"/>
            <a:t>the</a:t>
          </a:r>
          <a:r>
            <a:rPr lang="pt-PT" dirty="0"/>
            <a:t> mentor.</a:t>
          </a:r>
          <a:endParaRPr lang="en-US" dirty="0"/>
        </a:p>
      </dgm:t>
    </dgm:pt>
    <dgm:pt modelId="{0FC32ABE-1756-4D7D-9792-299C8AEC28B6}" type="parTrans" cxnId="{EC452F8D-A68F-4C2C-B5C9-E1BF31BB2F73}">
      <dgm:prSet/>
      <dgm:spPr/>
      <dgm:t>
        <a:bodyPr/>
        <a:lstStyle/>
        <a:p>
          <a:endParaRPr lang="en-US"/>
        </a:p>
      </dgm:t>
    </dgm:pt>
    <dgm:pt modelId="{BD5E91C2-213F-4637-97AE-B74DCC9A74D0}" type="sibTrans" cxnId="{EC452F8D-A68F-4C2C-B5C9-E1BF31BB2F73}">
      <dgm:prSet phldrT="1" phldr="0"/>
      <dgm:spPr>
        <a:solidFill>
          <a:srgbClr val="8637F8"/>
        </a:solidFill>
      </dgm:spPr>
      <dgm:t>
        <a:bodyPr/>
        <a:lstStyle/>
        <a:p>
          <a:r>
            <a:rPr lang="en-US"/>
            <a:t>1</a:t>
          </a:r>
          <a:endParaRPr lang="en-US" dirty="0"/>
        </a:p>
      </dgm:t>
    </dgm:pt>
    <dgm:pt modelId="{167FF43F-0EC6-4C97-862A-3137E19FF848}">
      <dgm:prSet/>
      <dgm:spPr/>
      <dgm:t>
        <a:bodyPr/>
        <a:lstStyle/>
        <a:p>
          <a:r>
            <a:rPr lang="pt-PT" dirty="0" err="1"/>
            <a:t>https</a:t>
          </a:r>
          <a:r>
            <a:rPr lang="pt-PT" dirty="0"/>
            <a:t>://</a:t>
          </a:r>
          <a:r>
            <a:rPr lang="pt-PT" dirty="0" err="1"/>
            <a:t>doitlean-dev.outsystemscloud.com</a:t>
          </a:r>
          <a:r>
            <a:rPr lang="pt-PT" dirty="0"/>
            <a:t>/</a:t>
          </a:r>
          <a:r>
            <a:rPr lang="pt-PT" dirty="0" err="1"/>
            <a:t>RocketUI</a:t>
          </a:r>
          <a:r>
            <a:rPr lang="pt-PT" dirty="0"/>
            <a:t>/</a:t>
          </a:r>
          <a:endParaRPr lang="en-US" dirty="0"/>
        </a:p>
      </dgm:t>
    </dgm:pt>
    <dgm:pt modelId="{20E2CB9B-15B4-474B-ADC3-AD0A8A64E81E}" type="parTrans" cxnId="{D856F8B7-01BD-4054-AAF8-8F6AF7E34629}">
      <dgm:prSet/>
      <dgm:spPr/>
      <dgm:t>
        <a:bodyPr/>
        <a:lstStyle/>
        <a:p>
          <a:endParaRPr lang="en-US"/>
        </a:p>
      </dgm:t>
    </dgm:pt>
    <dgm:pt modelId="{CABF4BBE-4549-4FFC-95B1-A4BC999AE278}" type="sibTrans" cxnId="{D856F8B7-01BD-4054-AAF8-8F6AF7E34629}">
      <dgm:prSet phldrT="2" phldr="0"/>
      <dgm:spPr>
        <a:solidFill>
          <a:srgbClr val="8637F8"/>
        </a:solidFill>
      </dgm:spPr>
      <dgm:t>
        <a:bodyPr/>
        <a:lstStyle/>
        <a:p>
          <a:r>
            <a:rPr lang="en-US"/>
            <a:t>2</a:t>
          </a:r>
        </a:p>
      </dgm:t>
    </dgm:pt>
    <dgm:pt modelId="{9E683453-D1D2-4119-A3EC-BEFCC768E88E}">
      <dgm:prSet/>
      <dgm:spPr/>
      <dgm:t>
        <a:bodyPr/>
        <a:lstStyle/>
        <a:p>
          <a:r>
            <a:rPr lang="pt-PT">
              <a:hlinkClick xmlns:r="http://schemas.openxmlformats.org/officeDocument/2006/relationships" r:id="rId1"/>
            </a:rPr>
            <a:t>https://success.outsystems.com/documentation/11/building_apps/user_interface/screen_templates/creating_screen_templates/</a:t>
          </a:r>
          <a:r>
            <a:rPr lang="pt-PT"/>
            <a:t> (Templates)</a:t>
          </a:r>
          <a:endParaRPr lang="en-US"/>
        </a:p>
      </dgm:t>
    </dgm:pt>
    <dgm:pt modelId="{79EE8EA2-A950-4AD8-AB66-565D4C9F79A2}" type="parTrans" cxnId="{8C8A91C8-0D7B-4C09-BEDE-D3437F88D4E3}">
      <dgm:prSet/>
      <dgm:spPr/>
      <dgm:t>
        <a:bodyPr/>
        <a:lstStyle/>
        <a:p>
          <a:endParaRPr lang="en-US"/>
        </a:p>
      </dgm:t>
    </dgm:pt>
    <dgm:pt modelId="{B781CFDE-22F1-467D-87B3-633B08493E9D}" type="sibTrans" cxnId="{8C8A91C8-0D7B-4C09-BEDE-D3437F88D4E3}">
      <dgm:prSet phldrT="3" phldr="0"/>
      <dgm:spPr>
        <a:solidFill>
          <a:srgbClr val="8637F8"/>
        </a:solidFill>
      </dgm:spPr>
      <dgm:t>
        <a:bodyPr/>
        <a:lstStyle/>
        <a:p>
          <a:r>
            <a:rPr lang="en-US"/>
            <a:t>3</a:t>
          </a:r>
        </a:p>
      </dgm:t>
    </dgm:pt>
    <dgm:pt modelId="{5C9F32F0-D62A-4F39-BD8D-E287E2A1C666}">
      <dgm:prSet/>
      <dgm:spPr/>
      <dgm:t>
        <a:bodyPr/>
        <a:lstStyle/>
        <a:p>
          <a:r>
            <a:rPr lang="pt-PT">
              <a:hlinkClick xmlns:r="http://schemas.openxmlformats.org/officeDocument/2006/relationships" r:id="rId2"/>
            </a:rPr>
            <a:t>https://www.youtube.com/watch?v=2wEQcbIM_h8&amp;t=2886s</a:t>
          </a:r>
          <a:r>
            <a:rPr lang="pt-PT"/>
            <a:t> (Templates)</a:t>
          </a:r>
          <a:endParaRPr lang="en-US"/>
        </a:p>
      </dgm:t>
    </dgm:pt>
    <dgm:pt modelId="{0E5B1DF5-993E-47E1-8FA2-1E8D798E3397}" type="parTrans" cxnId="{106C7CD0-2A18-437F-9506-EC46B3443E32}">
      <dgm:prSet/>
      <dgm:spPr/>
      <dgm:t>
        <a:bodyPr/>
        <a:lstStyle/>
        <a:p>
          <a:endParaRPr lang="en-US"/>
        </a:p>
      </dgm:t>
    </dgm:pt>
    <dgm:pt modelId="{985D7015-AB78-403A-A98C-67635A42AD37}" type="sibTrans" cxnId="{106C7CD0-2A18-437F-9506-EC46B3443E32}">
      <dgm:prSet phldrT="4" phldr="0"/>
      <dgm:spPr>
        <a:solidFill>
          <a:srgbClr val="8637F8"/>
        </a:solidFill>
      </dgm:spPr>
      <dgm:t>
        <a:bodyPr/>
        <a:lstStyle/>
        <a:p>
          <a:r>
            <a:rPr lang="en-US"/>
            <a:t>4</a:t>
          </a:r>
        </a:p>
      </dgm:t>
    </dgm:pt>
    <dgm:pt modelId="{30AB937D-20EB-4B74-B37C-A5AD571B036F}">
      <dgm:prSet/>
      <dgm:spPr/>
      <dgm:t>
        <a:bodyPr/>
        <a:lstStyle/>
        <a:p>
          <a:r>
            <a:rPr lang="pt-PT"/>
            <a:t>ChatGpt , Gemini;</a:t>
          </a:r>
          <a:endParaRPr lang="en-US"/>
        </a:p>
      </dgm:t>
    </dgm:pt>
    <dgm:pt modelId="{B90A63A7-9A39-400B-8893-DC723F56C71F}" type="parTrans" cxnId="{8E443C70-CDA6-475E-90D9-92D344D2978E}">
      <dgm:prSet/>
      <dgm:spPr/>
      <dgm:t>
        <a:bodyPr/>
        <a:lstStyle/>
        <a:p>
          <a:endParaRPr lang="en-US"/>
        </a:p>
      </dgm:t>
    </dgm:pt>
    <dgm:pt modelId="{7A99571A-C4AD-4CEF-91F5-5E76EC5CFC5A}" type="sibTrans" cxnId="{8E443C70-CDA6-475E-90D9-92D344D2978E}">
      <dgm:prSet phldrT="5" phldr="0"/>
      <dgm:spPr>
        <a:solidFill>
          <a:srgbClr val="8637F8"/>
        </a:solidFill>
      </dgm:spPr>
      <dgm:t>
        <a:bodyPr/>
        <a:lstStyle/>
        <a:p>
          <a:r>
            <a:rPr lang="en-US"/>
            <a:t>5</a:t>
          </a:r>
        </a:p>
      </dgm:t>
    </dgm:pt>
    <dgm:pt modelId="{46C34DCC-CD23-7046-AB32-5EE29F408502}" type="pres">
      <dgm:prSet presAssocID="{47FA9ADE-E810-4F6F-9783-2D48B3510BDA}" presName="linearFlow" presStyleCnt="0">
        <dgm:presLayoutVars>
          <dgm:dir/>
          <dgm:animLvl val="lvl"/>
          <dgm:resizeHandles val="exact"/>
        </dgm:presLayoutVars>
      </dgm:prSet>
      <dgm:spPr/>
    </dgm:pt>
    <dgm:pt modelId="{2F84F20E-DCEB-1C4D-A8E2-1DB8EC15F90D}" type="pres">
      <dgm:prSet presAssocID="{9D37FBA7-94D1-485D-8D92-499E1BB7ACB3}" presName="compositeNode" presStyleCnt="0"/>
      <dgm:spPr/>
    </dgm:pt>
    <dgm:pt modelId="{34FD89EE-DFE6-5345-94AD-63FD60434670}" type="pres">
      <dgm:prSet presAssocID="{9D37FBA7-94D1-485D-8D92-499E1BB7ACB3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2ECD647E-F5DD-904E-B536-1237D5105562}" type="pres">
      <dgm:prSet presAssocID="{9D37FBA7-94D1-485D-8D92-499E1BB7ACB3}" presName="parSh" presStyleCnt="0"/>
      <dgm:spPr/>
    </dgm:pt>
    <dgm:pt modelId="{3619C030-4776-CF40-9A37-AAEFB435A513}" type="pres">
      <dgm:prSet presAssocID="{9D37FBA7-94D1-485D-8D92-499E1BB7ACB3}" presName="lineNode" presStyleLbl="alignAccFollowNode1" presStyleIdx="0" presStyleCnt="15"/>
      <dgm:spPr/>
    </dgm:pt>
    <dgm:pt modelId="{34F11849-314A-EB43-8E87-47884736F92C}" type="pres">
      <dgm:prSet presAssocID="{9D37FBA7-94D1-485D-8D92-499E1BB7ACB3}" presName="lineArrowNode" presStyleLbl="alignAccFollowNode1" presStyleIdx="1" presStyleCnt="15"/>
      <dgm:spPr/>
    </dgm:pt>
    <dgm:pt modelId="{F32F9262-5EE0-D242-92B6-CDC000D33923}" type="pres">
      <dgm:prSet presAssocID="{BD5E91C2-213F-4637-97AE-B74DCC9A74D0}" presName="sibTransNodeCircle" presStyleLbl="alignNode1" presStyleIdx="0" presStyleCnt="5">
        <dgm:presLayoutVars>
          <dgm:chMax val="0"/>
          <dgm:bulletEnabled/>
        </dgm:presLayoutVars>
      </dgm:prSet>
      <dgm:spPr/>
    </dgm:pt>
    <dgm:pt modelId="{2CF0FE7D-6853-E94B-AF7D-59D4BCF751E3}" type="pres">
      <dgm:prSet presAssocID="{BD5E91C2-213F-4637-97AE-B74DCC9A74D0}" presName="spacerBetweenCircleAndCallout" presStyleCnt="0">
        <dgm:presLayoutVars/>
      </dgm:prSet>
      <dgm:spPr/>
    </dgm:pt>
    <dgm:pt modelId="{FC4D900F-EE4D-3B44-B4B5-45170EF93094}" type="pres">
      <dgm:prSet presAssocID="{9D37FBA7-94D1-485D-8D92-499E1BB7ACB3}" presName="nodeText" presStyleLbl="alignAccFollowNode1" presStyleIdx="2" presStyleCnt="15">
        <dgm:presLayoutVars>
          <dgm:bulletEnabled val="1"/>
        </dgm:presLayoutVars>
      </dgm:prSet>
      <dgm:spPr/>
    </dgm:pt>
    <dgm:pt modelId="{2E9C2A7C-7AEB-5643-9718-A04EA5E1F19F}" type="pres">
      <dgm:prSet presAssocID="{BD5E91C2-213F-4637-97AE-B74DCC9A74D0}" presName="sibTransComposite" presStyleCnt="0"/>
      <dgm:spPr/>
    </dgm:pt>
    <dgm:pt modelId="{269666CA-B602-F24E-9642-BBA9C4858296}" type="pres">
      <dgm:prSet presAssocID="{167FF43F-0EC6-4C97-862A-3137E19FF848}" presName="compositeNode" presStyleCnt="0"/>
      <dgm:spPr/>
    </dgm:pt>
    <dgm:pt modelId="{58AE7AA1-01A4-6340-A478-52E9D65696F8}" type="pres">
      <dgm:prSet presAssocID="{167FF43F-0EC6-4C97-862A-3137E19FF848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D4E82FA1-3A9B-D344-99F5-67E35566D881}" type="pres">
      <dgm:prSet presAssocID="{167FF43F-0EC6-4C97-862A-3137E19FF848}" presName="parSh" presStyleCnt="0"/>
      <dgm:spPr/>
    </dgm:pt>
    <dgm:pt modelId="{A3AFAB5B-14EC-2049-8165-71D58C574ABB}" type="pres">
      <dgm:prSet presAssocID="{167FF43F-0EC6-4C97-862A-3137E19FF848}" presName="lineNode" presStyleLbl="alignAccFollowNode1" presStyleIdx="3" presStyleCnt="15"/>
      <dgm:spPr/>
    </dgm:pt>
    <dgm:pt modelId="{A17B7614-9D9E-AE45-9168-B11574226583}" type="pres">
      <dgm:prSet presAssocID="{167FF43F-0EC6-4C97-862A-3137E19FF848}" presName="lineArrowNode" presStyleLbl="alignAccFollowNode1" presStyleIdx="4" presStyleCnt="15"/>
      <dgm:spPr/>
    </dgm:pt>
    <dgm:pt modelId="{4065B5DE-A545-E24F-8166-DB5373E7B510}" type="pres">
      <dgm:prSet presAssocID="{CABF4BBE-4549-4FFC-95B1-A4BC999AE278}" presName="sibTransNodeCircle" presStyleLbl="alignNode1" presStyleIdx="1" presStyleCnt="5">
        <dgm:presLayoutVars>
          <dgm:chMax val="0"/>
          <dgm:bulletEnabled/>
        </dgm:presLayoutVars>
      </dgm:prSet>
      <dgm:spPr/>
    </dgm:pt>
    <dgm:pt modelId="{CA9D8DB8-F532-AE4E-ACBB-29CDFC5BD585}" type="pres">
      <dgm:prSet presAssocID="{CABF4BBE-4549-4FFC-95B1-A4BC999AE278}" presName="spacerBetweenCircleAndCallout" presStyleCnt="0">
        <dgm:presLayoutVars/>
      </dgm:prSet>
      <dgm:spPr/>
    </dgm:pt>
    <dgm:pt modelId="{21501B72-1D05-9548-9173-D495DCF3800D}" type="pres">
      <dgm:prSet presAssocID="{167FF43F-0EC6-4C97-862A-3137E19FF848}" presName="nodeText" presStyleLbl="alignAccFollowNode1" presStyleIdx="5" presStyleCnt="15">
        <dgm:presLayoutVars>
          <dgm:bulletEnabled val="1"/>
        </dgm:presLayoutVars>
      </dgm:prSet>
      <dgm:spPr/>
    </dgm:pt>
    <dgm:pt modelId="{A73FC4E1-BF1C-D546-B341-EC2B20BB6DE2}" type="pres">
      <dgm:prSet presAssocID="{CABF4BBE-4549-4FFC-95B1-A4BC999AE278}" presName="sibTransComposite" presStyleCnt="0"/>
      <dgm:spPr/>
    </dgm:pt>
    <dgm:pt modelId="{646EAD1B-64B8-8E4F-94A2-FD782463BCC3}" type="pres">
      <dgm:prSet presAssocID="{9E683453-D1D2-4119-A3EC-BEFCC768E88E}" presName="compositeNode" presStyleCnt="0"/>
      <dgm:spPr/>
    </dgm:pt>
    <dgm:pt modelId="{83BFE9E9-487B-8B4D-A0EE-C389896A0AD5}" type="pres">
      <dgm:prSet presAssocID="{9E683453-D1D2-4119-A3EC-BEFCC768E88E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1484FAFF-D515-7D4D-B2C3-01D2D2389215}" type="pres">
      <dgm:prSet presAssocID="{9E683453-D1D2-4119-A3EC-BEFCC768E88E}" presName="parSh" presStyleCnt="0"/>
      <dgm:spPr/>
    </dgm:pt>
    <dgm:pt modelId="{FA8A559D-AB5F-F843-82D9-7294D703C8BA}" type="pres">
      <dgm:prSet presAssocID="{9E683453-D1D2-4119-A3EC-BEFCC768E88E}" presName="lineNode" presStyleLbl="alignAccFollowNode1" presStyleIdx="6" presStyleCnt="15"/>
      <dgm:spPr/>
    </dgm:pt>
    <dgm:pt modelId="{91C35937-9A47-2543-8424-E9D8673C20AF}" type="pres">
      <dgm:prSet presAssocID="{9E683453-D1D2-4119-A3EC-BEFCC768E88E}" presName="lineArrowNode" presStyleLbl="alignAccFollowNode1" presStyleIdx="7" presStyleCnt="15"/>
      <dgm:spPr/>
    </dgm:pt>
    <dgm:pt modelId="{508B2EFD-CA18-1045-921F-16C1D9D9C9AA}" type="pres">
      <dgm:prSet presAssocID="{B781CFDE-22F1-467D-87B3-633B08493E9D}" presName="sibTransNodeCircle" presStyleLbl="alignNode1" presStyleIdx="2" presStyleCnt="5">
        <dgm:presLayoutVars>
          <dgm:chMax val="0"/>
          <dgm:bulletEnabled/>
        </dgm:presLayoutVars>
      </dgm:prSet>
      <dgm:spPr/>
    </dgm:pt>
    <dgm:pt modelId="{FD08C3D5-1BCE-DE4A-933A-52E234E9D6E2}" type="pres">
      <dgm:prSet presAssocID="{B781CFDE-22F1-467D-87B3-633B08493E9D}" presName="spacerBetweenCircleAndCallout" presStyleCnt="0">
        <dgm:presLayoutVars/>
      </dgm:prSet>
      <dgm:spPr/>
    </dgm:pt>
    <dgm:pt modelId="{94F22C7F-7EDF-FC48-A6D6-266D9D82723E}" type="pres">
      <dgm:prSet presAssocID="{9E683453-D1D2-4119-A3EC-BEFCC768E88E}" presName="nodeText" presStyleLbl="alignAccFollowNode1" presStyleIdx="8" presStyleCnt="15">
        <dgm:presLayoutVars>
          <dgm:bulletEnabled val="1"/>
        </dgm:presLayoutVars>
      </dgm:prSet>
      <dgm:spPr/>
    </dgm:pt>
    <dgm:pt modelId="{8E5DCCCC-B5B6-B44C-9A56-FA45785EE8EF}" type="pres">
      <dgm:prSet presAssocID="{B781CFDE-22F1-467D-87B3-633B08493E9D}" presName="sibTransComposite" presStyleCnt="0"/>
      <dgm:spPr/>
    </dgm:pt>
    <dgm:pt modelId="{F75EC05C-E76A-E846-B175-365270FAFB07}" type="pres">
      <dgm:prSet presAssocID="{5C9F32F0-D62A-4F39-BD8D-E287E2A1C666}" presName="compositeNode" presStyleCnt="0"/>
      <dgm:spPr/>
    </dgm:pt>
    <dgm:pt modelId="{F39EB0B1-65F4-0542-89C0-A8ED8A6D5E7E}" type="pres">
      <dgm:prSet presAssocID="{5C9F32F0-D62A-4F39-BD8D-E287E2A1C666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1C5FED09-7B87-D848-A80D-2A0EE71E42B0}" type="pres">
      <dgm:prSet presAssocID="{5C9F32F0-D62A-4F39-BD8D-E287E2A1C666}" presName="parSh" presStyleCnt="0"/>
      <dgm:spPr/>
    </dgm:pt>
    <dgm:pt modelId="{EF8ABCC2-306D-8946-8685-A2FC62582D0B}" type="pres">
      <dgm:prSet presAssocID="{5C9F32F0-D62A-4F39-BD8D-E287E2A1C666}" presName="lineNode" presStyleLbl="alignAccFollowNode1" presStyleIdx="9" presStyleCnt="15"/>
      <dgm:spPr/>
    </dgm:pt>
    <dgm:pt modelId="{09D12428-7E82-8E4D-9B59-A0B4FE3FE0E3}" type="pres">
      <dgm:prSet presAssocID="{5C9F32F0-D62A-4F39-BD8D-E287E2A1C666}" presName="lineArrowNode" presStyleLbl="alignAccFollowNode1" presStyleIdx="10" presStyleCnt="15"/>
      <dgm:spPr/>
    </dgm:pt>
    <dgm:pt modelId="{880F9FC0-EBB3-6847-8DAA-3CC996725B30}" type="pres">
      <dgm:prSet presAssocID="{985D7015-AB78-403A-A98C-67635A42AD37}" presName="sibTransNodeCircle" presStyleLbl="alignNode1" presStyleIdx="3" presStyleCnt="5">
        <dgm:presLayoutVars>
          <dgm:chMax val="0"/>
          <dgm:bulletEnabled/>
        </dgm:presLayoutVars>
      </dgm:prSet>
      <dgm:spPr/>
    </dgm:pt>
    <dgm:pt modelId="{451590AE-D5BA-DF4B-BEDF-A1006BDF27BE}" type="pres">
      <dgm:prSet presAssocID="{985D7015-AB78-403A-A98C-67635A42AD37}" presName="spacerBetweenCircleAndCallout" presStyleCnt="0">
        <dgm:presLayoutVars/>
      </dgm:prSet>
      <dgm:spPr/>
    </dgm:pt>
    <dgm:pt modelId="{5C67E142-DF05-0149-AD7C-AD877AA02194}" type="pres">
      <dgm:prSet presAssocID="{5C9F32F0-D62A-4F39-BD8D-E287E2A1C666}" presName="nodeText" presStyleLbl="alignAccFollowNode1" presStyleIdx="11" presStyleCnt="15">
        <dgm:presLayoutVars>
          <dgm:bulletEnabled val="1"/>
        </dgm:presLayoutVars>
      </dgm:prSet>
      <dgm:spPr/>
    </dgm:pt>
    <dgm:pt modelId="{F5228D4A-3D50-A641-8D13-D17DF78097FF}" type="pres">
      <dgm:prSet presAssocID="{985D7015-AB78-403A-A98C-67635A42AD37}" presName="sibTransComposite" presStyleCnt="0"/>
      <dgm:spPr/>
    </dgm:pt>
    <dgm:pt modelId="{53B9539D-A444-0E4D-A95B-0A43A2C2C3FD}" type="pres">
      <dgm:prSet presAssocID="{30AB937D-20EB-4B74-B37C-A5AD571B036F}" presName="compositeNode" presStyleCnt="0"/>
      <dgm:spPr/>
    </dgm:pt>
    <dgm:pt modelId="{E4690819-A9E6-B345-98AA-B9FB2E5CF160}" type="pres">
      <dgm:prSet presAssocID="{30AB937D-20EB-4B74-B37C-A5AD571B036F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2408E062-D74C-714C-96BB-D0ACAB9DF18D}" type="pres">
      <dgm:prSet presAssocID="{30AB937D-20EB-4B74-B37C-A5AD571B036F}" presName="parSh" presStyleCnt="0"/>
      <dgm:spPr/>
    </dgm:pt>
    <dgm:pt modelId="{29913C99-8F93-634B-BA22-835CE5E6874F}" type="pres">
      <dgm:prSet presAssocID="{30AB937D-20EB-4B74-B37C-A5AD571B036F}" presName="lineNode" presStyleLbl="alignAccFollowNode1" presStyleIdx="12" presStyleCnt="15"/>
      <dgm:spPr/>
    </dgm:pt>
    <dgm:pt modelId="{2EF7D220-526A-E64B-8B15-3D2D466D55B1}" type="pres">
      <dgm:prSet presAssocID="{30AB937D-20EB-4B74-B37C-A5AD571B036F}" presName="lineArrowNode" presStyleLbl="alignAccFollowNode1" presStyleIdx="13" presStyleCnt="15"/>
      <dgm:spPr/>
    </dgm:pt>
    <dgm:pt modelId="{495A025A-0021-D048-A81B-A35389FA32F4}" type="pres">
      <dgm:prSet presAssocID="{7A99571A-C4AD-4CEF-91F5-5E76EC5CFC5A}" presName="sibTransNodeCircle" presStyleLbl="alignNode1" presStyleIdx="4" presStyleCnt="5">
        <dgm:presLayoutVars>
          <dgm:chMax val="0"/>
          <dgm:bulletEnabled/>
        </dgm:presLayoutVars>
      </dgm:prSet>
      <dgm:spPr/>
    </dgm:pt>
    <dgm:pt modelId="{9457E74B-DD42-D744-AF60-565BD77CD99A}" type="pres">
      <dgm:prSet presAssocID="{7A99571A-C4AD-4CEF-91F5-5E76EC5CFC5A}" presName="spacerBetweenCircleAndCallout" presStyleCnt="0">
        <dgm:presLayoutVars/>
      </dgm:prSet>
      <dgm:spPr/>
    </dgm:pt>
    <dgm:pt modelId="{5DB4FFD8-1320-174A-980A-1D5DF251E230}" type="pres">
      <dgm:prSet presAssocID="{30AB937D-20EB-4B74-B37C-A5AD571B036F}" presName="nodeText" presStyleLbl="alignAccFollowNode1" presStyleIdx="14" presStyleCnt="15">
        <dgm:presLayoutVars>
          <dgm:bulletEnabled val="1"/>
        </dgm:presLayoutVars>
      </dgm:prSet>
      <dgm:spPr/>
    </dgm:pt>
  </dgm:ptLst>
  <dgm:cxnLst>
    <dgm:cxn modelId="{C2FE3712-7C51-2247-AD14-5D15C7EC147D}" type="presOf" srcId="{B781CFDE-22F1-467D-87B3-633B08493E9D}" destId="{508B2EFD-CA18-1045-921F-16C1D9D9C9AA}" srcOrd="0" destOrd="0" presId="urn:microsoft.com/office/officeart/2016/7/layout/LinearArrowProcessNumbered"/>
    <dgm:cxn modelId="{CB19082F-45C9-8C4E-8180-8E4BB09F5C67}" type="presOf" srcId="{985D7015-AB78-403A-A98C-67635A42AD37}" destId="{880F9FC0-EBB3-6847-8DAA-3CC996725B30}" srcOrd="0" destOrd="0" presId="urn:microsoft.com/office/officeart/2016/7/layout/LinearArrowProcessNumbered"/>
    <dgm:cxn modelId="{830BAC41-72AD-4F47-9410-083C785234D0}" type="presOf" srcId="{5C9F32F0-D62A-4F39-BD8D-E287E2A1C666}" destId="{5C67E142-DF05-0149-AD7C-AD877AA02194}" srcOrd="0" destOrd="0" presId="urn:microsoft.com/office/officeart/2016/7/layout/LinearArrowProcessNumbered"/>
    <dgm:cxn modelId="{64C3B64D-87CA-384D-82A1-37CE73094B81}" type="presOf" srcId="{30AB937D-20EB-4B74-B37C-A5AD571B036F}" destId="{5DB4FFD8-1320-174A-980A-1D5DF251E230}" srcOrd="0" destOrd="0" presId="urn:microsoft.com/office/officeart/2016/7/layout/LinearArrowProcessNumbered"/>
    <dgm:cxn modelId="{1D91B651-D8FE-CA40-ABC4-1BF6274A4133}" type="presOf" srcId="{BD5E91C2-213F-4637-97AE-B74DCC9A74D0}" destId="{F32F9262-5EE0-D242-92B6-CDC000D33923}" srcOrd="0" destOrd="0" presId="urn:microsoft.com/office/officeart/2016/7/layout/LinearArrowProcessNumbered"/>
    <dgm:cxn modelId="{8E443C70-CDA6-475E-90D9-92D344D2978E}" srcId="{47FA9ADE-E810-4F6F-9783-2D48B3510BDA}" destId="{30AB937D-20EB-4B74-B37C-A5AD571B036F}" srcOrd="4" destOrd="0" parTransId="{B90A63A7-9A39-400B-8893-DC723F56C71F}" sibTransId="{7A99571A-C4AD-4CEF-91F5-5E76EC5CFC5A}"/>
    <dgm:cxn modelId="{799A4A72-9F4C-6743-A435-2150CDD2A7F6}" type="presOf" srcId="{7A99571A-C4AD-4CEF-91F5-5E76EC5CFC5A}" destId="{495A025A-0021-D048-A81B-A35389FA32F4}" srcOrd="0" destOrd="0" presId="urn:microsoft.com/office/officeart/2016/7/layout/LinearArrowProcessNumbered"/>
    <dgm:cxn modelId="{50C41374-1A21-4F44-8B15-79B711B07EED}" type="presOf" srcId="{9D37FBA7-94D1-485D-8D92-499E1BB7ACB3}" destId="{FC4D900F-EE4D-3B44-B4B5-45170EF93094}" srcOrd="0" destOrd="0" presId="urn:microsoft.com/office/officeart/2016/7/layout/LinearArrowProcessNumbered"/>
    <dgm:cxn modelId="{9251B17D-0C35-4D40-ACC4-5F819D49920D}" type="presOf" srcId="{9E683453-D1D2-4119-A3EC-BEFCC768E88E}" destId="{94F22C7F-7EDF-FC48-A6D6-266D9D82723E}" srcOrd="0" destOrd="0" presId="urn:microsoft.com/office/officeart/2016/7/layout/LinearArrowProcessNumbered"/>
    <dgm:cxn modelId="{73BA1183-628F-8746-A225-27BD1E62BAB3}" type="presOf" srcId="{47FA9ADE-E810-4F6F-9783-2D48B3510BDA}" destId="{46C34DCC-CD23-7046-AB32-5EE29F408502}" srcOrd="0" destOrd="0" presId="urn:microsoft.com/office/officeart/2016/7/layout/LinearArrowProcessNumbered"/>
    <dgm:cxn modelId="{EC452F8D-A68F-4C2C-B5C9-E1BF31BB2F73}" srcId="{47FA9ADE-E810-4F6F-9783-2D48B3510BDA}" destId="{9D37FBA7-94D1-485D-8D92-499E1BB7ACB3}" srcOrd="0" destOrd="0" parTransId="{0FC32ABE-1756-4D7D-9792-299C8AEC28B6}" sibTransId="{BD5E91C2-213F-4637-97AE-B74DCC9A74D0}"/>
    <dgm:cxn modelId="{A33328B5-FCC9-3B4B-A344-EFC2761AAFFF}" type="presOf" srcId="{167FF43F-0EC6-4C97-862A-3137E19FF848}" destId="{21501B72-1D05-9548-9173-D495DCF3800D}" srcOrd="0" destOrd="0" presId="urn:microsoft.com/office/officeart/2016/7/layout/LinearArrowProcessNumbered"/>
    <dgm:cxn modelId="{D856F8B7-01BD-4054-AAF8-8F6AF7E34629}" srcId="{47FA9ADE-E810-4F6F-9783-2D48B3510BDA}" destId="{167FF43F-0EC6-4C97-862A-3137E19FF848}" srcOrd="1" destOrd="0" parTransId="{20E2CB9B-15B4-474B-ADC3-AD0A8A64E81E}" sibTransId="{CABF4BBE-4549-4FFC-95B1-A4BC999AE278}"/>
    <dgm:cxn modelId="{8C8A91C8-0D7B-4C09-BEDE-D3437F88D4E3}" srcId="{47FA9ADE-E810-4F6F-9783-2D48B3510BDA}" destId="{9E683453-D1D2-4119-A3EC-BEFCC768E88E}" srcOrd="2" destOrd="0" parTransId="{79EE8EA2-A950-4AD8-AB66-565D4C9F79A2}" sibTransId="{B781CFDE-22F1-467D-87B3-633B08493E9D}"/>
    <dgm:cxn modelId="{106C7CD0-2A18-437F-9506-EC46B3443E32}" srcId="{47FA9ADE-E810-4F6F-9783-2D48B3510BDA}" destId="{5C9F32F0-D62A-4F39-BD8D-E287E2A1C666}" srcOrd="3" destOrd="0" parTransId="{0E5B1DF5-993E-47E1-8FA2-1E8D798E3397}" sibTransId="{985D7015-AB78-403A-A98C-67635A42AD37}"/>
    <dgm:cxn modelId="{9A89ACFE-144E-644E-BE27-5F603B852EC7}" type="presOf" srcId="{CABF4BBE-4549-4FFC-95B1-A4BC999AE278}" destId="{4065B5DE-A545-E24F-8166-DB5373E7B510}" srcOrd="0" destOrd="0" presId="urn:microsoft.com/office/officeart/2016/7/layout/LinearArrowProcessNumbered"/>
    <dgm:cxn modelId="{C79C39FF-9736-B44E-97C4-1BFDB1EF6D96}" type="presParOf" srcId="{46C34DCC-CD23-7046-AB32-5EE29F408502}" destId="{2F84F20E-DCEB-1C4D-A8E2-1DB8EC15F90D}" srcOrd="0" destOrd="0" presId="urn:microsoft.com/office/officeart/2016/7/layout/LinearArrowProcessNumbered"/>
    <dgm:cxn modelId="{3EC78BFE-CF8B-2B42-A2C9-72FB5EE5875F}" type="presParOf" srcId="{2F84F20E-DCEB-1C4D-A8E2-1DB8EC15F90D}" destId="{34FD89EE-DFE6-5345-94AD-63FD60434670}" srcOrd="0" destOrd="0" presId="urn:microsoft.com/office/officeart/2016/7/layout/LinearArrowProcessNumbered"/>
    <dgm:cxn modelId="{6D77C0E7-B4FC-B54E-A90C-F9CB59B50926}" type="presParOf" srcId="{2F84F20E-DCEB-1C4D-A8E2-1DB8EC15F90D}" destId="{2ECD647E-F5DD-904E-B536-1237D5105562}" srcOrd="1" destOrd="0" presId="urn:microsoft.com/office/officeart/2016/7/layout/LinearArrowProcessNumbered"/>
    <dgm:cxn modelId="{CAA5E69A-5F17-0C40-9EBA-682FF90F896A}" type="presParOf" srcId="{2ECD647E-F5DD-904E-B536-1237D5105562}" destId="{3619C030-4776-CF40-9A37-AAEFB435A513}" srcOrd="0" destOrd="0" presId="urn:microsoft.com/office/officeart/2016/7/layout/LinearArrowProcessNumbered"/>
    <dgm:cxn modelId="{C0764E33-BBAA-E448-90C3-B203FD90FD13}" type="presParOf" srcId="{2ECD647E-F5DD-904E-B536-1237D5105562}" destId="{34F11849-314A-EB43-8E87-47884736F92C}" srcOrd="1" destOrd="0" presId="urn:microsoft.com/office/officeart/2016/7/layout/LinearArrowProcessNumbered"/>
    <dgm:cxn modelId="{B6C08FFE-45EA-2D41-9208-FE2DC7CA03D2}" type="presParOf" srcId="{2ECD647E-F5DD-904E-B536-1237D5105562}" destId="{F32F9262-5EE0-D242-92B6-CDC000D33923}" srcOrd="2" destOrd="0" presId="urn:microsoft.com/office/officeart/2016/7/layout/LinearArrowProcessNumbered"/>
    <dgm:cxn modelId="{FEAEABE2-2ED8-0D40-9FA2-884BEC79B704}" type="presParOf" srcId="{2ECD647E-F5DD-904E-B536-1237D5105562}" destId="{2CF0FE7D-6853-E94B-AF7D-59D4BCF751E3}" srcOrd="3" destOrd="0" presId="urn:microsoft.com/office/officeart/2016/7/layout/LinearArrowProcessNumbered"/>
    <dgm:cxn modelId="{3D08FB69-5EE5-A04D-BDC6-545448AF45A7}" type="presParOf" srcId="{2F84F20E-DCEB-1C4D-A8E2-1DB8EC15F90D}" destId="{FC4D900F-EE4D-3B44-B4B5-45170EF93094}" srcOrd="2" destOrd="0" presId="urn:microsoft.com/office/officeart/2016/7/layout/LinearArrowProcessNumbered"/>
    <dgm:cxn modelId="{42CA8EA3-260F-BD43-B0EB-9E2C5E4AEED8}" type="presParOf" srcId="{46C34DCC-CD23-7046-AB32-5EE29F408502}" destId="{2E9C2A7C-7AEB-5643-9718-A04EA5E1F19F}" srcOrd="1" destOrd="0" presId="urn:microsoft.com/office/officeart/2016/7/layout/LinearArrowProcessNumbered"/>
    <dgm:cxn modelId="{B67711C2-B548-3C45-9DFD-6BF35319AD17}" type="presParOf" srcId="{46C34DCC-CD23-7046-AB32-5EE29F408502}" destId="{269666CA-B602-F24E-9642-BBA9C4858296}" srcOrd="2" destOrd="0" presId="urn:microsoft.com/office/officeart/2016/7/layout/LinearArrowProcessNumbered"/>
    <dgm:cxn modelId="{413FAB52-F29A-0346-A704-E0C98B16DE7B}" type="presParOf" srcId="{269666CA-B602-F24E-9642-BBA9C4858296}" destId="{58AE7AA1-01A4-6340-A478-52E9D65696F8}" srcOrd="0" destOrd="0" presId="urn:microsoft.com/office/officeart/2016/7/layout/LinearArrowProcessNumbered"/>
    <dgm:cxn modelId="{E2961FBD-636A-AB4D-8C47-784705FAD5A2}" type="presParOf" srcId="{269666CA-B602-F24E-9642-BBA9C4858296}" destId="{D4E82FA1-3A9B-D344-99F5-67E35566D881}" srcOrd="1" destOrd="0" presId="urn:microsoft.com/office/officeart/2016/7/layout/LinearArrowProcessNumbered"/>
    <dgm:cxn modelId="{0AB583AE-B995-954A-B817-216DC3800142}" type="presParOf" srcId="{D4E82FA1-3A9B-D344-99F5-67E35566D881}" destId="{A3AFAB5B-14EC-2049-8165-71D58C574ABB}" srcOrd="0" destOrd="0" presId="urn:microsoft.com/office/officeart/2016/7/layout/LinearArrowProcessNumbered"/>
    <dgm:cxn modelId="{F968A23E-E990-D940-AC83-A6669DC713B9}" type="presParOf" srcId="{D4E82FA1-3A9B-D344-99F5-67E35566D881}" destId="{A17B7614-9D9E-AE45-9168-B11574226583}" srcOrd="1" destOrd="0" presId="urn:microsoft.com/office/officeart/2016/7/layout/LinearArrowProcessNumbered"/>
    <dgm:cxn modelId="{CC9C4BC0-E24D-954A-B0FE-5E35A0AD193A}" type="presParOf" srcId="{D4E82FA1-3A9B-D344-99F5-67E35566D881}" destId="{4065B5DE-A545-E24F-8166-DB5373E7B510}" srcOrd="2" destOrd="0" presId="urn:microsoft.com/office/officeart/2016/7/layout/LinearArrowProcessNumbered"/>
    <dgm:cxn modelId="{C2108418-78C1-5047-B6CD-24D92E617572}" type="presParOf" srcId="{D4E82FA1-3A9B-D344-99F5-67E35566D881}" destId="{CA9D8DB8-F532-AE4E-ACBB-29CDFC5BD585}" srcOrd="3" destOrd="0" presId="urn:microsoft.com/office/officeart/2016/7/layout/LinearArrowProcessNumbered"/>
    <dgm:cxn modelId="{A55A500A-87E8-6946-A171-2C1856BC2EEC}" type="presParOf" srcId="{269666CA-B602-F24E-9642-BBA9C4858296}" destId="{21501B72-1D05-9548-9173-D495DCF3800D}" srcOrd="2" destOrd="0" presId="urn:microsoft.com/office/officeart/2016/7/layout/LinearArrowProcessNumbered"/>
    <dgm:cxn modelId="{AFCB1822-E334-6846-88E0-5BC9644BB358}" type="presParOf" srcId="{46C34DCC-CD23-7046-AB32-5EE29F408502}" destId="{A73FC4E1-BF1C-D546-B341-EC2B20BB6DE2}" srcOrd="3" destOrd="0" presId="urn:microsoft.com/office/officeart/2016/7/layout/LinearArrowProcessNumbered"/>
    <dgm:cxn modelId="{535840DB-0275-0343-81E6-38569FAA4363}" type="presParOf" srcId="{46C34DCC-CD23-7046-AB32-5EE29F408502}" destId="{646EAD1B-64B8-8E4F-94A2-FD782463BCC3}" srcOrd="4" destOrd="0" presId="urn:microsoft.com/office/officeart/2016/7/layout/LinearArrowProcessNumbered"/>
    <dgm:cxn modelId="{84EA6698-E934-D04D-AAA3-3F3D05BEDAA4}" type="presParOf" srcId="{646EAD1B-64B8-8E4F-94A2-FD782463BCC3}" destId="{83BFE9E9-487B-8B4D-A0EE-C389896A0AD5}" srcOrd="0" destOrd="0" presId="urn:microsoft.com/office/officeart/2016/7/layout/LinearArrowProcessNumbered"/>
    <dgm:cxn modelId="{05B5D2DC-A28E-EC49-8AB3-8786D50AFFFB}" type="presParOf" srcId="{646EAD1B-64B8-8E4F-94A2-FD782463BCC3}" destId="{1484FAFF-D515-7D4D-B2C3-01D2D2389215}" srcOrd="1" destOrd="0" presId="urn:microsoft.com/office/officeart/2016/7/layout/LinearArrowProcessNumbered"/>
    <dgm:cxn modelId="{C491B5D1-7E53-254A-A909-B203094DBF68}" type="presParOf" srcId="{1484FAFF-D515-7D4D-B2C3-01D2D2389215}" destId="{FA8A559D-AB5F-F843-82D9-7294D703C8BA}" srcOrd="0" destOrd="0" presId="urn:microsoft.com/office/officeart/2016/7/layout/LinearArrowProcessNumbered"/>
    <dgm:cxn modelId="{8CC9B3C1-3EFC-C34B-9557-8B13C4A9BA33}" type="presParOf" srcId="{1484FAFF-D515-7D4D-B2C3-01D2D2389215}" destId="{91C35937-9A47-2543-8424-E9D8673C20AF}" srcOrd="1" destOrd="0" presId="urn:microsoft.com/office/officeart/2016/7/layout/LinearArrowProcessNumbered"/>
    <dgm:cxn modelId="{1977928D-EA0F-5B41-B3BC-C6E575F38B1C}" type="presParOf" srcId="{1484FAFF-D515-7D4D-B2C3-01D2D2389215}" destId="{508B2EFD-CA18-1045-921F-16C1D9D9C9AA}" srcOrd="2" destOrd="0" presId="urn:microsoft.com/office/officeart/2016/7/layout/LinearArrowProcessNumbered"/>
    <dgm:cxn modelId="{9906ED5F-4743-204F-AAEE-AA823F1CC608}" type="presParOf" srcId="{1484FAFF-D515-7D4D-B2C3-01D2D2389215}" destId="{FD08C3D5-1BCE-DE4A-933A-52E234E9D6E2}" srcOrd="3" destOrd="0" presId="urn:microsoft.com/office/officeart/2016/7/layout/LinearArrowProcessNumbered"/>
    <dgm:cxn modelId="{617A8E51-2EE7-BA4F-A3EE-EBC72A5199D1}" type="presParOf" srcId="{646EAD1B-64B8-8E4F-94A2-FD782463BCC3}" destId="{94F22C7F-7EDF-FC48-A6D6-266D9D82723E}" srcOrd="2" destOrd="0" presId="urn:microsoft.com/office/officeart/2016/7/layout/LinearArrowProcessNumbered"/>
    <dgm:cxn modelId="{1AF6EFEF-F866-444F-BFCE-FF2CCB5D9416}" type="presParOf" srcId="{46C34DCC-CD23-7046-AB32-5EE29F408502}" destId="{8E5DCCCC-B5B6-B44C-9A56-FA45785EE8EF}" srcOrd="5" destOrd="0" presId="urn:microsoft.com/office/officeart/2016/7/layout/LinearArrowProcessNumbered"/>
    <dgm:cxn modelId="{275DC190-B616-F143-8D85-7A5048E99C4A}" type="presParOf" srcId="{46C34DCC-CD23-7046-AB32-5EE29F408502}" destId="{F75EC05C-E76A-E846-B175-365270FAFB07}" srcOrd="6" destOrd="0" presId="urn:microsoft.com/office/officeart/2016/7/layout/LinearArrowProcessNumbered"/>
    <dgm:cxn modelId="{E618C5BA-4F16-264F-A000-8A1BAE3ACB19}" type="presParOf" srcId="{F75EC05C-E76A-E846-B175-365270FAFB07}" destId="{F39EB0B1-65F4-0542-89C0-A8ED8A6D5E7E}" srcOrd="0" destOrd="0" presId="urn:microsoft.com/office/officeart/2016/7/layout/LinearArrowProcessNumbered"/>
    <dgm:cxn modelId="{A776BC26-D478-F044-9B52-4D5313BC0E9E}" type="presParOf" srcId="{F75EC05C-E76A-E846-B175-365270FAFB07}" destId="{1C5FED09-7B87-D848-A80D-2A0EE71E42B0}" srcOrd="1" destOrd="0" presId="urn:microsoft.com/office/officeart/2016/7/layout/LinearArrowProcessNumbered"/>
    <dgm:cxn modelId="{C1EBD0B7-A876-FC43-B1FC-6646D2B4E913}" type="presParOf" srcId="{1C5FED09-7B87-D848-A80D-2A0EE71E42B0}" destId="{EF8ABCC2-306D-8946-8685-A2FC62582D0B}" srcOrd="0" destOrd="0" presId="urn:microsoft.com/office/officeart/2016/7/layout/LinearArrowProcessNumbered"/>
    <dgm:cxn modelId="{48901793-6308-EB43-BEC6-7B3CFD910D40}" type="presParOf" srcId="{1C5FED09-7B87-D848-A80D-2A0EE71E42B0}" destId="{09D12428-7E82-8E4D-9B59-A0B4FE3FE0E3}" srcOrd="1" destOrd="0" presId="urn:microsoft.com/office/officeart/2016/7/layout/LinearArrowProcessNumbered"/>
    <dgm:cxn modelId="{0048DB86-B034-3E43-9FD2-B4A4F69B0BD1}" type="presParOf" srcId="{1C5FED09-7B87-D848-A80D-2A0EE71E42B0}" destId="{880F9FC0-EBB3-6847-8DAA-3CC996725B30}" srcOrd="2" destOrd="0" presId="urn:microsoft.com/office/officeart/2016/7/layout/LinearArrowProcessNumbered"/>
    <dgm:cxn modelId="{774C18FD-3BFA-E446-B026-98B42901696A}" type="presParOf" srcId="{1C5FED09-7B87-D848-A80D-2A0EE71E42B0}" destId="{451590AE-D5BA-DF4B-BEDF-A1006BDF27BE}" srcOrd="3" destOrd="0" presId="urn:microsoft.com/office/officeart/2016/7/layout/LinearArrowProcessNumbered"/>
    <dgm:cxn modelId="{90FDEC1B-3073-BB4B-B749-B8A6DB8B1FFE}" type="presParOf" srcId="{F75EC05C-E76A-E846-B175-365270FAFB07}" destId="{5C67E142-DF05-0149-AD7C-AD877AA02194}" srcOrd="2" destOrd="0" presId="urn:microsoft.com/office/officeart/2016/7/layout/LinearArrowProcessNumbered"/>
    <dgm:cxn modelId="{25B3E513-4EB9-1744-9C3C-E014B70F0EA9}" type="presParOf" srcId="{46C34DCC-CD23-7046-AB32-5EE29F408502}" destId="{F5228D4A-3D50-A641-8D13-D17DF78097FF}" srcOrd="7" destOrd="0" presId="urn:microsoft.com/office/officeart/2016/7/layout/LinearArrowProcessNumbered"/>
    <dgm:cxn modelId="{FE9618D4-7CBE-4347-ADC7-123396D2F814}" type="presParOf" srcId="{46C34DCC-CD23-7046-AB32-5EE29F408502}" destId="{53B9539D-A444-0E4D-A95B-0A43A2C2C3FD}" srcOrd="8" destOrd="0" presId="urn:microsoft.com/office/officeart/2016/7/layout/LinearArrowProcessNumbered"/>
    <dgm:cxn modelId="{1D88ECA2-F1B4-0D49-9450-CCC62F7B0794}" type="presParOf" srcId="{53B9539D-A444-0E4D-A95B-0A43A2C2C3FD}" destId="{E4690819-A9E6-B345-98AA-B9FB2E5CF160}" srcOrd="0" destOrd="0" presId="urn:microsoft.com/office/officeart/2016/7/layout/LinearArrowProcessNumbered"/>
    <dgm:cxn modelId="{5E95E5CA-DEF0-C042-AEFF-8937370C7BAA}" type="presParOf" srcId="{53B9539D-A444-0E4D-A95B-0A43A2C2C3FD}" destId="{2408E062-D74C-714C-96BB-D0ACAB9DF18D}" srcOrd="1" destOrd="0" presId="urn:microsoft.com/office/officeart/2016/7/layout/LinearArrowProcessNumbered"/>
    <dgm:cxn modelId="{8BD296B6-228F-6C45-B631-BAAA0009CB5B}" type="presParOf" srcId="{2408E062-D74C-714C-96BB-D0ACAB9DF18D}" destId="{29913C99-8F93-634B-BA22-835CE5E6874F}" srcOrd="0" destOrd="0" presId="urn:microsoft.com/office/officeart/2016/7/layout/LinearArrowProcessNumbered"/>
    <dgm:cxn modelId="{4167D01B-5744-B141-AEB1-AB24AFBEDC3D}" type="presParOf" srcId="{2408E062-D74C-714C-96BB-D0ACAB9DF18D}" destId="{2EF7D220-526A-E64B-8B15-3D2D466D55B1}" srcOrd="1" destOrd="0" presId="urn:microsoft.com/office/officeart/2016/7/layout/LinearArrowProcessNumbered"/>
    <dgm:cxn modelId="{D016C7C0-39E2-C846-B71F-5C462DD1B851}" type="presParOf" srcId="{2408E062-D74C-714C-96BB-D0ACAB9DF18D}" destId="{495A025A-0021-D048-A81B-A35389FA32F4}" srcOrd="2" destOrd="0" presId="urn:microsoft.com/office/officeart/2016/7/layout/LinearArrowProcessNumbered"/>
    <dgm:cxn modelId="{851746DC-26BD-9E4E-88CF-90D93BF17692}" type="presParOf" srcId="{2408E062-D74C-714C-96BB-D0ACAB9DF18D}" destId="{9457E74B-DD42-D744-AF60-565BD77CD99A}" srcOrd="3" destOrd="0" presId="urn:microsoft.com/office/officeart/2016/7/layout/LinearArrowProcessNumbered"/>
    <dgm:cxn modelId="{59CBC76B-6465-664A-BBB1-EE9FD5F9B8E7}" type="presParOf" srcId="{53B9539D-A444-0E4D-A95B-0A43A2C2C3FD}" destId="{5DB4FFD8-1320-174A-980A-1D5DF251E230}" srcOrd="2" destOrd="0" presId="urn:microsoft.com/office/officeart/2016/7/layout/LinearArrow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EE2E5BA-9FBE-B142-AFF3-D4154A9333C1}">
      <dsp:nvSpPr>
        <dsp:cNvPr id="0" name=""/>
        <dsp:cNvSpPr/>
      </dsp:nvSpPr>
      <dsp:spPr>
        <a:xfrm>
          <a:off x="1305" y="173800"/>
          <a:ext cx="4581086" cy="2908989"/>
        </a:xfrm>
        <a:prstGeom prst="roundRect">
          <a:avLst>
            <a:gd name="adj" fmla="val 10000"/>
          </a:avLst>
        </a:prstGeom>
        <a:solidFill>
          <a:srgbClr val="8637F8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E85BD29-1775-F94F-A675-40E89249CBE9}">
      <dsp:nvSpPr>
        <dsp:cNvPr id="0" name=""/>
        <dsp:cNvSpPr/>
      </dsp:nvSpPr>
      <dsp:spPr>
        <a:xfrm>
          <a:off x="510314" y="657359"/>
          <a:ext cx="4581086" cy="290898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400" kern="1200" dirty="0" err="1"/>
            <a:t>Once</a:t>
          </a:r>
          <a:r>
            <a:rPr lang="pt-PT" sz="2400" kern="1200" dirty="0"/>
            <a:t> </a:t>
          </a:r>
          <a:r>
            <a:rPr lang="pt-PT" sz="2400" kern="1200" dirty="0" err="1"/>
            <a:t>we</a:t>
          </a:r>
          <a:r>
            <a:rPr lang="pt-PT" sz="2400" kern="1200" dirty="0"/>
            <a:t> </a:t>
          </a:r>
          <a:r>
            <a:rPr lang="pt-PT" sz="2400" kern="1200" dirty="0" err="1"/>
            <a:t>had</a:t>
          </a:r>
          <a:r>
            <a:rPr lang="pt-PT" sz="2400" kern="1200" dirty="0"/>
            <a:t> </a:t>
          </a:r>
          <a:r>
            <a:rPr lang="pt-PT" sz="2400" kern="1200" dirty="0" err="1"/>
            <a:t>the</a:t>
          </a:r>
          <a:r>
            <a:rPr lang="pt-PT" sz="2400" kern="1200" dirty="0"/>
            <a:t> </a:t>
          </a:r>
          <a:r>
            <a:rPr lang="pt-PT" sz="2400" kern="1200" dirty="0" err="1"/>
            <a:t>entire</a:t>
          </a:r>
          <a:r>
            <a:rPr lang="pt-PT" sz="2400" kern="1200" dirty="0"/>
            <a:t> </a:t>
          </a:r>
          <a:r>
            <a:rPr lang="pt-PT" sz="2400" kern="1200" dirty="0" err="1"/>
            <a:t>system</a:t>
          </a:r>
          <a:r>
            <a:rPr lang="pt-PT" sz="2400" kern="1200" dirty="0"/>
            <a:t> set </a:t>
          </a:r>
          <a:r>
            <a:rPr lang="pt-PT" sz="2400" kern="1200" dirty="0" err="1"/>
            <a:t>up</a:t>
          </a:r>
          <a:r>
            <a:rPr lang="pt-PT" sz="2400" kern="1200" dirty="0"/>
            <a:t> </a:t>
          </a:r>
          <a:r>
            <a:rPr lang="pt-PT" sz="2400" kern="1200" dirty="0" err="1"/>
            <a:t>and</a:t>
          </a:r>
          <a:r>
            <a:rPr lang="pt-PT" sz="2400" kern="1200" dirty="0"/>
            <a:t> </a:t>
          </a:r>
          <a:r>
            <a:rPr lang="pt-PT" sz="2400" kern="1200" dirty="0" err="1"/>
            <a:t>were</a:t>
          </a:r>
          <a:r>
            <a:rPr lang="pt-PT" sz="2400" kern="1200" dirty="0"/>
            <a:t> </a:t>
          </a:r>
          <a:r>
            <a:rPr lang="pt-PT" sz="2400" kern="1200" dirty="0" err="1"/>
            <a:t>ready</a:t>
          </a:r>
          <a:r>
            <a:rPr lang="pt-PT" sz="2400" kern="1200" dirty="0"/>
            <a:t> to </a:t>
          </a:r>
          <a:r>
            <a:rPr lang="pt-PT" sz="2400" kern="1200" dirty="0" err="1"/>
            <a:t>start</a:t>
          </a:r>
          <a:r>
            <a:rPr lang="pt-PT" sz="2400" kern="1200" dirty="0"/>
            <a:t> </a:t>
          </a:r>
          <a:r>
            <a:rPr lang="pt-PT" sz="2400" kern="1200" dirty="0" err="1"/>
            <a:t>making</a:t>
          </a:r>
          <a:r>
            <a:rPr lang="pt-PT" sz="2400" kern="1200" dirty="0"/>
            <a:t> </a:t>
          </a:r>
          <a:r>
            <a:rPr lang="pt-PT" sz="2400" kern="1200" dirty="0" err="1"/>
            <a:t>changes</a:t>
          </a:r>
          <a:r>
            <a:rPr lang="pt-PT" sz="2400" kern="1200" dirty="0"/>
            <a:t> for </a:t>
          </a:r>
          <a:r>
            <a:rPr lang="pt-PT" sz="2400" kern="1200" dirty="0" err="1"/>
            <a:t>the</a:t>
          </a:r>
          <a:r>
            <a:rPr lang="pt-PT" sz="2400" kern="1200" dirty="0"/>
            <a:t> </a:t>
          </a:r>
          <a:r>
            <a:rPr lang="pt-PT" sz="2400" kern="1200" dirty="0" err="1"/>
            <a:t>client</a:t>
          </a:r>
          <a:r>
            <a:rPr lang="pt-PT" sz="2400" kern="1200" dirty="0"/>
            <a:t>, I </a:t>
          </a:r>
          <a:r>
            <a:rPr lang="pt-PT" sz="2400" kern="1200" dirty="0" err="1"/>
            <a:t>began</a:t>
          </a:r>
          <a:r>
            <a:rPr lang="pt-PT" sz="2400" kern="1200" dirty="0"/>
            <a:t> </a:t>
          </a:r>
          <a:r>
            <a:rPr lang="pt-PT" sz="2400" kern="1200" dirty="0" err="1"/>
            <a:t>developing</a:t>
          </a:r>
          <a:r>
            <a:rPr lang="pt-PT" sz="2400" kern="1200" dirty="0"/>
            <a:t> </a:t>
          </a:r>
          <a:r>
            <a:rPr lang="pt-PT" sz="2400" kern="1200" dirty="0" err="1"/>
            <a:t>my</a:t>
          </a:r>
          <a:r>
            <a:rPr lang="pt-PT" sz="2400" kern="1200" dirty="0"/>
            <a:t> </a:t>
          </a:r>
          <a:r>
            <a:rPr lang="pt-PT" sz="2400" kern="1200" dirty="0" err="1"/>
            <a:t>root</a:t>
          </a:r>
          <a:r>
            <a:rPr lang="pt-PT" sz="2400" kern="1200" dirty="0"/>
            <a:t> </a:t>
          </a:r>
          <a:r>
            <a:rPr lang="pt-PT" sz="2400" kern="1200" dirty="0" err="1"/>
            <a:t>and</a:t>
          </a:r>
          <a:r>
            <a:rPr lang="pt-PT" sz="2400" kern="1200" dirty="0"/>
            <a:t> </a:t>
          </a:r>
          <a:r>
            <a:rPr lang="pt-PT" sz="2400" kern="1200" dirty="0" err="1"/>
            <a:t>utility</a:t>
          </a:r>
          <a:r>
            <a:rPr lang="pt-PT" sz="2400" kern="1200" dirty="0"/>
            <a:t> classes </a:t>
          </a:r>
          <a:r>
            <a:rPr lang="pt-PT" sz="2400" kern="1200" dirty="0" err="1"/>
            <a:t>by</a:t>
          </a:r>
          <a:r>
            <a:rPr lang="pt-PT" sz="2400" kern="1200" dirty="0"/>
            <a:t> </a:t>
          </a:r>
          <a:r>
            <a:rPr lang="pt-PT" sz="2400" kern="1200" dirty="0" err="1"/>
            <a:t>analyzing</a:t>
          </a:r>
          <a:r>
            <a:rPr lang="pt-PT" sz="2400" kern="1200" dirty="0"/>
            <a:t> </a:t>
          </a:r>
          <a:r>
            <a:rPr lang="pt-PT" sz="2400" kern="1200" dirty="0" err="1"/>
            <a:t>the</a:t>
          </a:r>
          <a:r>
            <a:rPr lang="pt-PT" sz="2400" kern="1200" dirty="0"/>
            <a:t> </a:t>
          </a:r>
          <a:r>
            <a:rPr lang="pt-PT" sz="2400" kern="1200" dirty="0" err="1"/>
            <a:t>Figma</a:t>
          </a:r>
          <a:r>
            <a:rPr lang="pt-PT" sz="2400" kern="1200" dirty="0"/>
            <a:t> files, </a:t>
          </a:r>
          <a:r>
            <a:rPr lang="pt-PT" sz="2400" kern="1200" dirty="0" err="1"/>
            <a:t>adding</a:t>
          </a:r>
          <a:r>
            <a:rPr lang="pt-PT" sz="2400" kern="1200" dirty="0"/>
            <a:t> </a:t>
          </a:r>
          <a:r>
            <a:rPr lang="pt-PT" sz="2400" kern="1200" dirty="0" err="1"/>
            <a:t>and</a:t>
          </a:r>
          <a:r>
            <a:rPr lang="pt-PT" sz="2400" kern="1200" dirty="0"/>
            <a:t> </a:t>
          </a:r>
          <a:r>
            <a:rPr lang="pt-PT" sz="2400" kern="1200" dirty="0" err="1"/>
            <a:t>modifying</a:t>
          </a:r>
          <a:r>
            <a:rPr lang="pt-PT" sz="2400" kern="1200" dirty="0"/>
            <a:t> </a:t>
          </a:r>
          <a:r>
            <a:rPr lang="pt-PT" sz="2400" kern="1200" dirty="0" err="1"/>
            <a:t>only</a:t>
          </a:r>
          <a:r>
            <a:rPr lang="pt-PT" sz="2400" kern="1200" dirty="0"/>
            <a:t> </a:t>
          </a:r>
          <a:r>
            <a:rPr lang="pt-PT" sz="2400" kern="1200" dirty="0" err="1"/>
            <a:t>what</a:t>
          </a:r>
          <a:r>
            <a:rPr lang="pt-PT" sz="2400" kern="1200" dirty="0"/>
            <a:t> </a:t>
          </a:r>
          <a:r>
            <a:rPr lang="pt-PT" sz="2400" kern="1200" dirty="0" err="1"/>
            <a:t>was</a:t>
          </a:r>
          <a:r>
            <a:rPr lang="pt-PT" sz="2400" kern="1200" dirty="0"/>
            <a:t> </a:t>
          </a:r>
          <a:r>
            <a:rPr lang="pt-PT" sz="2400" kern="1200" dirty="0" err="1"/>
            <a:t>strictly</a:t>
          </a:r>
          <a:r>
            <a:rPr lang="pt-PT" sz="2400" kern="1200" dirty="0"/>
            <a:t> </a:t>
          </a:r>
          <a:r>
            <a:rPr lang="pt-PT" sz="2400" kern="1200" dirty="0" err="1"/>
            <a:t>necessary</a:t>
          </a:r>
          <a:r>
            <a:rPr lang="pt-PT" sz="2400" kern="1200" dirty="0"/>
            <a:t> (</a:t>
          </a:r>
          <a:r>
            <a:rPr lang="pt-PT" sz="2400" kern="1200" dirty="0" err="1"/>
            <a:t>Foundations</a:t>
          </a:r>
          <a:r>
            <a:rPr lang="pt-PT" sz="2400" kern="1200" dirty="0"/>
            <a:t>).</a:t>
          </a:r>
          <a:endParaRPr lang="en-US" sz="2400" kern="1200" dirty="0"/>
        </a:p>
      </dsp:txBody>
      <dsp:txXfrm>
        <a:off x="595515" y="742560"/>
        <a:ext cx="4410684" cy="2738587"/>
      </dsp:txXfrm>
    </dsp:sp>
    <dsp:sp modelId="{F23D98C4-9003-9248-A4EB-3485B8AA4BD8}">
      <dsp:nvSpPr>
        <dsp:cNvPr id="0" name=""/>
        <dsp:cNvSpPr/>
      </dsp:nvSpPr>
      <dsp:spPr>
        <a:xfrm>
          <a:off x="5600410" y="173800"/>
          <a:ext cx="4581086" cy="2908989"/>
        </a:xfrm>
        <a:prstGeom prst="roundRect">
          <a:avLst>
            <a:gd name="adj" fmla="val 10000"/>
          </a:avLst>
        </a:prstGeom>
        <a:solidFill>
          <a:srgbClr val="8637F8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3358B79-F006-5F4A-B987-C2022B0F033B}">
      <dsp:nvSpPr>
        <dsp:cNvPr id="0" name=""/>
        <dsp:cNvSpPr/>
      </dsp:nvSpPr>
      <dsp:spPr>
        <a:xfrm>
          <a:off x="6109420" y="657359"/>
          <a:ext cx="4581086" cy="290898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400" kern="1200" dirty="0" err="1"/>
            <a:t>Once</a:t>
          </a:r>
          <a:r>
            <a:rPr lang="pt-PT" sz="2400" kern="1200" dirty="0"/>
            <a:t> </a:t>
          </a:r>
          <a:r>
            <a:rPr lang="pt-PT" sz="2400" kern="1200" dirty="0" err="1"/>
            <a:t>that’s</a:t>
          </a:r>
          <a:r>
            <a:rPr lang="pt-PT" sz="2400" kern="1200" dirty="0"/>
            <a:t> </a:t>
          </a:r>
          <a:r>
            <a:rPr lang="pt-PT" sz="2400" kern="1200" dirty="0" err="1"/>
            <a:t>done</a:t>
          </a:r>
          <a:r>
            <a:rPr lang="pt-PT" sz="2400" kern="1200" dirty="0"/>
            <a:t>, </a:t>
          </a:r>
          <a:r>
            <a:rPr lang="pt-PT" sz="2400" kern="1200" dirty="0" err="1"/>
            <a:t>we’ll</a:t>
          </a:r>
          <a:r>
            <a:rPr lang="pt-PT" sz="2400" kern="1200" dirty="0"/>
            <a:t> move </a:t>
          </a:r>
          <a:r>
            <a:rPr lang="pt-PT" sz="2400" kern="1200" dirty="0" err="1"/>
            <a:t>on</a:t>
          </a:r>
          <a:r>
            <a:rPr lang="pt-PT" sz="2400" kern="1200" dirty="0"/>
            <a:t> to </a:t>
          </a:r>
          <a:r>
            <a:rPr lang="pt-PT" sz="2400" kern="1200" dirty="0" err="1"/>
            <a:t>customizing</a:t>
          </a:r>
          <a:r>
            <a:rPr lang="pt-PT" sz="2400" kern="1200" dirty="0"/>
            <a:t> </a:t>
          </a:r>
          <a:r>
            <a:rPr lang="pt-PT" sz="2400" kern="1200" dirty="0" err="1"/>
            <a:t>the</a:t>
          </a:r>
          <a:r>
            <a:rPr lang="pt-PT" sz="2400" kern="1200" dirty="0"/>
            <a:t> </a:t>
          </a:r>
          <a:r>
            <a:rPr lang="pt-PT" sz="2400" kern="1200" dirty="0" err="1"/>
            <a:t>OutSystems</a:t>
          </a:r>
          <a:r>
            <a:rPr lang="pt-PT" sz="2400" kern="1200" dirty="0"/>
            <a:t> </a:t>
          </a:r>
          <a:r>
            <a:rPr lang="pt-PT" sz="2400" kern="1200" dirty="0" err="1"/>
            <a:t>widgets</a:t>
          </a:r>
          <a:r>
            <a:rPr lang="pt-PT" sz="2400" kern="1200" dirty="0"/>
            <a:t>, </a:t>
          </a:r>
          <a:r>
            <a:rPr lang="pt-PT" sz="2400" kern="1200" dirty="0" err="1"/>
            <a:t>styling</a:t>
          </a:r>
          <a:r>
            <a:rPr lang="pt-PT" sz="2400" kern="1200" dirty="0"/>
            <a:t> </a:t>
          </a:r>
          <a:r>
            <a:rPr lang="pt-PT" sz="2400" kern="1200" dirty="0" err="1"/>
            <a:t>them</a:t>
          </a:r>
          <a:r>
            <a:rPr lang="pt-PT" sz="2400" kern="1200" dirty="0"/>
            <a:t> as </a:t>
          </a:r>
          <a:r>
            <a:rPr lang="pt-PT" sz="2400" kern="1200" dirty="0" err="1"/>
            <a:t>shown</a:t>
          </a:r>
          <a:r>
            <a:rPr lang="pt-PT" sz="2400" kern="1200" dirty="0"/>
            <a:t> in </a:t>
          </a:r>
          <a:r>
            <a:rPr lang="pt-PT" sz="2400" kern="1200" dirty="0" err="1"/>
            <a:t>the</a:t>
          </a:r>
          <a:r>
            <a:rPr lang="pt-PT" sz="2400" kern="1200" dirty="0"/>
            <a:t> </a:t>
          </a:r>
          <a:r>
            <a:rPr lang="pt-PT" sz="2400" kern="1200" dirty="0" err="1"/>
            <a:t>style</a:t>
          </a:r>
          <a:r>
            <a:rPr lang="pt-PT" sz="2400" kern="1200" dirty="0"/>
            <a:t> </a:t>
          </a:r>
          <a:r>
            <a:rPr lang="pt-PT" sz="2400" kern="1200" dirty="0" err="1"/>
            <a:t>guide</a:t>
          </a:r>
          <a:r>
            <a:rPr lang="pt-PT" sz="2400" kern="1200" dirty="0"/>
            <a:t> (Customize </a:t>
          </a:r>
          <a:r>
            <a:rPr lang="pt-PT" sz="2400" kern="1200" dirty="0" err="1"/>
            <a:t>all</a:t>
          </a:r>
          <a:r>
            <a:rPr lang="pt-PT" sz="2400" kern="1200" dirty="0"/>
            <a:t> </a:t>
          </a:r>
          <a:r>
            <a:rPr lang="pt-PT" sz="2400" kern="1200" dirty="0" err="1"/>
            <a:t>Built</a:t>
          </a:r>
          <a:r>
            <a:rPr lang="pt-PT" sz="2400" kern="1200" dirty="0"/>
            <a:t>-in </a:t>
          </a:r>
          <a:r>
            <a:rPr lang="pt-PT" sz="2400" kern="1200" dirty="0" err="1"/>
            <a:t>Widgets</a:t>
          </a:r>
          <a:r>
            <a:rPr lang="pt-PT" sz="2400" kern="1200" dirty="0"/>
            <a:t>)</a:t>
          </a:r>
          <a:endParaRPr lang="en-US" sz="2400" kern="1200" dirty="0"/>
        </a:p>
      </dsp:txBody>
      <dsp:txXfrm>
        <a:off x="6194621" y="742560"/>
        <a:ext cx="4410684" cy="273858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19C030-4776-CF40-9A37-AAEFB435A513}">
      <dsp:nvSpPr>
        <dsp:cNvPr id="0" name=""/>
        <dsp:cNvSpPr/>
      </dsp:nvSpPr>
      <dsp:spPr>
        <a:xfrm>
          <a:off x="1074400" y="804439"/>
          <a:ext cx="854301" cy="71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4F11849-314A-EB43-8E87-47884736F92C}">
      <dsp:nvSpPr>
        <dsp:cNvPr id="0" name=""/>
        <dsp:cNvSpPr/>
      </dsp:nvSpPr>
      <dsp:spPr>
        <a:xfrm>
          <a:off x="1979959" y="732643"/>
          <a:ext cx="98244" cy="184708"/>
        </a:xfrm>
        <a:prstGeom prst="chevron">
          <a:avLst>
            <a:gd name="adj" fmla="val 90000"/>
          </a:avLst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32F9262-5EE0-D242-92B6-CDC000D33923}">
      <dsp:nvSpPr>
        <dsp:cNvPr id="0" name=""/>
        <dsp:cNvSpPr/>
      </dsp:nvSpPr>
      <dsp:spPr>
        <a:xfrm>
          <a:off x="537331" y="374193"/>
          <a:ext cx="860563" cy="860563"/>
        </a:xfrm>
        <a:prstGeom prst="ellipse">
          <a:avLst/>
        </a:prstGeom>
        <a:solidFill>
          <a:srgbClr val="8637F8"/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395" tIns="33395" rIns="33395" bIns="33395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1</a:t>
          </a:r>
          <a:endParaRPr lang="en-US" sz="4000" kern="1200" dirty="0"/>
        </a:p>
      </dsp:txBody>
      <dsp:txXfrm>
        <a:off x="663358" y="500220"/>
        <a:ext cx="608509" cy="608509"/>
      </dsp:txXfrm>
    </dsp:sp>
    <dsp:sp modelId="{FC4D900F-EE4D-3B44-B4B5-45170EF93094}">
      <dsp:nvSpPr>
        <dsp:cNvPr id="0" name=""/>
        <dsp:cNvSpPr/>
      </dsp:nvSpPr>
      <dsp:spPr>
        <a:xfrm>
          <a:off x="6524" y="1400356"/>
          <a:ext cx="1922177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1623" tIns="165100" rIns="151623" bIns="16510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100" kern="1200" dirty="0" err="1"/>
            <a:t>If</a:t>
          </a:r>
          <a:r>
            <a:rPr lang="pt-PT" sz="1100" kern="1200" dirty="0"/>
            <a:t> i </a:t>
          </a:r>
          <a:r>
            <a:rPr lang="pt-PT" sz="1100" kern="1200" dirty="0" err="1"/>
            <a:t>have</a:t>
          </a:r>
          <a:r>
            <a:rPr lang="pt-PT" sz="1100" kern="1200" dirty="0"/>
            <a:t> </a:t>
          </a:r>
          <a:r>
            <a:rPr lang="pt-PT" sz="1100" kern="1200" dirty="0" err="1"/>
            <a:t>any</a:t>
          </a:r>
          <a:r>
            <a:rPr lang="pt-PT" sz="1100" kern="1200" dirty="0"/>
            <a:t> </a:t>
          </a:r>
          <a:r>
            <a:rPr lang="pt-PT" sz="1100" kern="1200" dirty="0" err="1"/>
            <a:t>questions</a:t>
          </a:r>
          <a:r>
            <a:rPr lang="pt-PT" sz="1100" kern="1200" dirty="0"/>
            <a:t>, I </a:t>
          </a:r>
          <a:r>
            <a:rPr lang="pt-PT" sz="1100" kern="1200" dirty="0" err="1"/>
            <a:t>spoke</a:t>
          </a:r>
          <a:r>
            <a:rPr lang="pt-PT" sz="1100" kern="1200" dirty="0"/>
            <a:t> </a:t>
          </a:r>
          <a:r>
            <a:rPr lang="pt-PT" sz="1100" kern="1200" dirty="0" err="1"/>
            <a:t>with</a:t>
          </a:r>
          <a:r>
            <a:rPr lang="pt-PT" sz="1100" kern="1200" dirty="0"/>
            <a:t> </a:t>
          </a:r>
          <a:r>
            <a:rPr lang="pt-PT" sz="1100" kern="1200" dirty="0" err="1"/>
            <a:t>my</a:t>
          </a:r>
          <a:r>
            <a:rPr lang="pt-PT" sz="1100" kern="1200" dirty="0"/>
            <a:t> team leader, André Henriques, </a:t>
          </a:r>
          <a:r>
            <a:rPr lang="pt-PT" sz="1100" kern="1200" dirty="0" err="1"/>
            <a:t>and</a:t>
          </a:r>
          <a:r>
            <a:rPr lang="pt-PT" sz="1100" kern="1200" dirty="0"/>
            <a:t> </a:t>
          </a:r>
          <a:r>
            <a:rPr lang="pt-PT" sz="1100" kern="1200" dirty="0" err="1"/>
            <a:t>with</a:t>
          </a:r>
          <a:r>
            <a:rPr lang="pt-PT" sz="1100" kern="1200" dirty="0"/>
            <a:t> Diogo Miranda, </a:t>
          </a:r>
          <a:r>
            <a:rPr lang="pt-PT" sz="1100" kern="1200" dirty="0" err="1"/>
            <a:t>the</a:t>
          </a:r>
          <a:r>
            <a:rPr lang="pt-PT" sz="1100" kern="1200" dirty="0"/>
            <a:t> mentor.</a:t>
          </a:r>
          <a:endParaRPr lang="en-US" sz="1100" kern="1200" dirty="0"/>
        </a:p>
      </dsp:txBody>
      <dsp:txXfrm>
        <a:off x="6524" y="1784791"/>
        <a:ext cx="1922177" cy="1581165"/>
      </dsp:txXfrm>
    </dsp:sp>
    <dsp:sp modelId="{A3AFAB5B-14EC-2049-8165-71D58C574ABB}">
      <dsp:nvSpPr>
        <dsp:cNvPr id="0" name=""/>
        <dsp:cNvSpPr/>
      </dsp:nvSpPr>
      <dsp:spPr>
        <a:xfrm>
          <a:off x="2142277" y="804439"/>
          <a:ext cx="1922177" cy="72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17B7614-9D9E-AE45-9168-B11574226583}">
      <dsp:nvSpPr>
        <dsp:cNvPr id="0" name=""/>
        <dsp:cNvSpPr/>
      </dsp:nvSpPr>
      <dsp:spPr>
        <a:xfrm>
          <a:off x="4115712" y="732643"/>
          <a:ext cx="98244" cy="184709"/>
        </a:xfrm>
        <a:prstGeom prst="chevron">
          <a:avLst>
            <a:gd name="adj" fmla="val 90000"/>
          </a:avLst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065B5DE-A545-E24F-8166-DB5373E7B510}">
      <dsp:nvSpPr>
        <dsp:cNvPr id="0" name=""/>
        <dsp:cNvSpPr/>
      </dsp:nvSpPr>
      <dsp:spPr>
        <a:xfrm>
          <a:off x="2673084" y="374193"/>
          <a:ext cx="860563" cy="860563"/>
        </a:xfrm>
        <a:prstGeom prst="ellipse">
          <a:avLst/>
        </a:prstGeom>
        <a:solidFill>
          <a:srgbClr val="8637F8"/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395" tIns="33395" rIns="33395" bIns="33395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2</a:t>
          </a:r>
        </a:p>
      </dsp:txBody>
      <dsp:txXfrm>
        <a:off x="2799111" y="500220"/>
        <a:ext cx="608509" cy="608509"/>
      </dsp:txXfrm>
    </dsp:sp>
    <dsp:sp modelId="{21501B72-1D05-9548-9173-D495DCF3800D}">
      <dsp:nvSpPr>
        <dsp:cNvPr id="0" name=""/>
        <dsp:cNvSpPr/>
      </dsp:nvSpPr>
      <dsp:spPr>
        <a:xfrm>
          <a:off x="2142277" y="1400356"/>
          <a:ext cx="1922177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1623" tIns="165100" rIns="151623" bIns="16510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100" kern="1200" dirty="0" err="1"/>
            <a:t>https</a:t>
          </a:r>
          <a:r>
            <a:rPr lang="pt-PT" sz="1100" kern="1200" dirty="0"/>
            <a:t>://</a:t>
          </a:r>
          <a:r>
            <a:rPr lang="pt-PT" sz="1100" kern="1200" dirty="0" err="1"/>
            <a:t>doitlean-dev.outsystemscloud.com</a:t>
          </a:r>
          <a:r>
            <a:rPr lang="pt-PT" sz="1100" kern="1200" dirty="0"/>
            <a:t>/</a:t>
          </a:r>
          <a:r>
            <a:rPr lang="pt-PT" sz="1100" kern="1200" dirty="0" err="1"/>
            <a:t>RocketUI</a:t>
          </a:r>
          <a:r>
            <a:rPr lang="pt-PT" sz="1100" kern="1200" dirty="0"/>
            <a:t>/</a:t>
          </a:r>
          <a:endParaRPr lang="en-US" sz="1100" kern="1200" dirty="0"/>
        </a:p>
      </dsp:txBody>
      <dsp:txXfrm>
        <a:off x="2142277" y="1784791"/>
        <a:ext cx="1922177" cy="1581165"/>
      </dsp:txXfrm>
    </dsp:sp>
    <dsp:sp modelId="{FA8A559D-AB5F-F843-82D9-7294D703C8BA}">
      <dsp:nvSpPr>
        <dsp:cNvPr id="0" name=""/>
        <dsp:cNvSpPr/>
      </dsp:nvSpPr>
      <dsp:spPr>
        <a:xfrm>
          <a:off x="4278029" y="804439"/>
          <a:ext cx="1922177" cy="72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1C35937-9A47-2543-8424-E9D8673C20AF}">
      <dsp:nvSpPr>
        <dsp:cNvPr id="0" name=""/>
        <dsp:cNvSpPr/>
      </dsp:nvSpPr>
      <dsp:spPr>
        <a:xfrm>
          <a:off x="6251465" y="732643"/>
          <a:ext cx="98244" cy="184709"/>
        </a:xfrm>
        <a:prstGeom prst="chevron">
          <a:avLst>
            <a:gd name="adj" fmla="val 90000"/>
          </a:avLst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08B2EFD-CA18-1045-921F-16C1D9D9C9AA}">
      <dsp:nvSpPr>
        <dsp:cNvPr id="0" name=""/>
        <dsp:cNvSpPr/>
      </dsp:nvSpPr>
      <dsp:spPr>
        <a:xfrm>
          <a:off x="4808836" y="374193"/>
          <a:ext cx="860563" cy="860563"/>
        </a:xfrm>
        <a:prstGeom prst="ellipse">
          <a:avLst/>
        </a:prstGeom>
        <a:solidFill>
          <a:srgbClr val="8637F8"/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395" tIns="33395" rIns="33395" bIns="33395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3</a:t>
          </a:r>
        </a:p>
      </dsp:txBody>
      <dsp:txXfrm>
        <a:off x="4934863" y="500220"/>
        <a:ext cx="608509" cy="608509"/>
      </dsp:txXfrm>
    </dsp:sp>
    <dsp:sp modelId="{94F22C7F-7EDF-FC48-A6D6-266D9D82723E}">
      <dsp:nvSpPr>
        <dsp:cNvPr id="0" name=""/>
        <dsp:cNvSpPr/>
      </dsp:nvSpPr>
      <dsp:spPr>
        <a:xfrm>
          <a:off x="4278029" y="1400356"/>
          <a:ext cx="1922177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1623" tIns="165100" rIns="151623" bIns="16510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100" kern="1200">
              <a:hlinkClick xmlns:r="http://schemas.openxmlformats.org/officeDocument/2006/relationships" r:id="rId1"/>
            </a:rPr>
            <a:t>https://success.outsystems.com/documentation/11/building_apps/user_interface/screen_templates/creating_screen_templates/</a:t>
          </a:r>
          <a:r>
            <a:rPr lang="pt-PT" sz="1100" kern="1200"/>
            <a:t> (Templates)</a:t>
          </a:r>
          <a:endParaRPr lang="en-US" sz="1100" kern="1200"/>
        </a:p>
      </dsp:txBody>
      <dsp:txXfrm>
        <a:off x="4278029" y="1784791"/>
        <a:ext cx="1922177" cy="1581165"/>
      </dsp:txXfrm>
    </dsp:sp>
    <dsp:sp modelId="{EF8ABCC2-306D-8946-8685-A2FC62582D0B}">
      <dsp:nvSpPr>
        <dsp:cNvPr id="0" name=""/>
        <dsp:cNvSpPr/>
      </dsp:nvSpPr>
      <dsp:spPr>
        <a:xfrm>
          <a:off x="6413782" y="804438"/>
          <a:ext cx="1922177" cy="72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9D12428-7E82-8E4D-9B59-A0B4FE3FE0E3}">
      <dsp:nvSpPr>
        <dsp:cNvPr id="0" name=""/>
        <dsp:cNvSpPr/>
      </dsp:nvSpPr>
      <dsp:spPr>
        <a:xfrm>
          <a:off x="8387217" y="732643"/>
          <a:ext cx="98244" cy="184709"/>
        </a:xfrm>
        <a:prstGeom prst="chevron">
          <a:avLst>
            <a:gd name="adj" fmla="val 90000"/>
          </a:avLst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80F9FC0-EBB3-6847-8DAA-3CC996725B30}">
      <dsp:nvSpPr>
        <dsp:cNvPr id="0" name=""/>
        <dsp:cNvSpPr/>
      </dsp:nvSpPr>
      <dsp:spPr>
        <a:xfrm>
          <a:off x="6944589" y="374193"/>
          <a:ext cx="860563" cy="860563"/>
        </a:xfrm>
        <a:prstGeom prst="ellipse">
          <a:avLst/>
        </a:prstGeom>
        <a:solidFill>
          <a:srgbClr val="8637F8"/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395" tIns="33395" rIns="33395" bIns="33395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4</a:t>
          </a:r>
        </a:p>
      </dsp:txBody>
      <dsp:txXfrm>
        <a:off x="7070616" y="500220"/>
        <a:ext cx="608509" cy="608509"/>
      </dsp:txXfrm>
    </dsp:sp>
    <dsp:sp modelId="{5C67E142-DF05-0149-AD7C-AD877AA02194}">
      <dsp:nvSpPr>
        <dsp:cNvPr id="0" name=""/>
        <dsp:cNvSpPr/>
      </dsp:nvSpPr>
      <dsp:spPr>
        <a:xfrm>
          <a:off x="6413782" y="1400356"/>
          <a:ext cx="1922177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1623" tIns="165100" rIns="151623" bIns="16510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100" kern="1200">
              <a:hlinkClick xmlns:r="http://schemas.openxmlformats.org/officeDocument/2006/relationships" r:id="rId2"/>
            </a:rPr>
            <a:t>https://www.youtube.com/watch?v=2wEQcbIM_h8&amp;t=2886s</a:t>
          </a:r>
          <a:r>
            <a:rPr lang="pt-PT" sz="1100" kern="1200"/>
            <a:t> (Templates)</a:t>
          </a:r>
          <a:endParaRPr lang="en-US" sz="1100" kern="1200"/>
        </a:p>
      </dsp:txBody>
      <dsp:txXfrm>
        <a:off x="6413782" y="1784791"/>
        <a:ext cx="1922177" cy="1581165"/>
      </dsp:txXfrm>
    </dsp:sp>
    <dsp:sp modelId="{29913C99-8F93-634B-BA22-835CE5E6874F}">
      <dsp:nvSpPr>
        <dsp:cNvPr id="0" name=""/>
        <dsp:cNvSpPr/>
      </dsp:nvSpPr>
      <dsp:spPr>
        <a:xfrm>
          <a:off x="8549534" y="804438"/>
          <a:ext cx="961088" cy="72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95A025A-0021-D048-A81B-A35389FA32F4}">
      <dsp:nvSpPr>
        <dsp:cNvPr id="0" name=""/>
        <dsp:cNvSpPr/>
      </dsp:nvSpPr>
      <dsp:spPr>
        <a:xfrm>
          <a:off x="9080341" y="374193"/>
          <a:ext cx="860563" cy="860563"/>
        </a:xfrm>
        <a:prstGeom prst="ellipse">
          <a:avLst/>
        </a:prstGeom>
        <a:solidFill>
          <a:srgbClr val="8637F8"/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395" tIns="33395" rIns="33395" bIns="33395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5</a:t>
          </a:r>
        </a:p>
      </dsp:txBody>
      <dsp:txXfrm>
        <a:off x="9206368" y="500220"/>
        <a:ext cx="608509" cy="608509"/>
      </dsp:txXfrm>
    </dsp:sp>
    <dsp:sp modelId="{5DB4FFD8-1320-174A-980A-1D5DF251E230}">
      <dsp:nvSpPr>
        <dsp:cNvPr id="0" name=""/>
        <dsp:cNvSpPr/>
      </dsp:nvSpPr>
      <dsp:spPr>
        <a:xfrm>
          <a:off x="8549534" y="1400356"/>
          <a:ext cx="1922177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1623" tIns="165100" rIns="151623" bIns="16510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100" kern="1200"/>
            <a:t>ChatGpt , Gemini;</a:t>
          </a:r>
          <a:endParaRPr lang="en-US" sz="1100" kern="1200"/>
        </a:p>
      </dsp:txBody>
      <dsp:txXfrm>
        <a:off x="8549534" y="1784791"/>
        <a:ext cx="1922177" cy="158116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LinearArrowProcessNumbered">
  <dgm:title val="Linear Arrow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shape called UpArrowCallout. Also the nodes are connected by an arrow like shape emphasizing the process natur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3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w" for="ch" forName="compositeNode" refType="w"/>
      <dgm:constr type="h" for="ch" forName="compositeNode" op="equ"/>
      <dgm:constr type="w" for="ch" forName="sibTransComposite" refType="w" refFor="ch" refForName="compositeNode" fact="0"/>
      <dgm:constr type="w" for="des" forName="parTx"/>
      <dgm:constr type="h" for="des" forName="parTx" op="equ"/>
      <dgm:constr type="h" for="des" forName="parSh" op="equ"/>
      <dgm:constr type="w" for="des" forName="nodeText"/>
      <dgm:constr type="h" for="des" forName="nodeText" op="equ"/>
      <dgm:constr type="w" for="des" forName="parSh"/>
      <dgm:constr type="w" for="des" forName="parSh" op="equ"/>
      <dgm:constr type="primFontSz" for="des" forName="parTx" val="26"/>
      <dgm:constr type="primFontSz" for="des" forName="parTx" op="equ"/>
      <dgm:constr type="primFontSz" for="des" forName="parSh" op="equ"/>
      <dgm:constr type="primFontSz" for="des" forName="nodeText" op="equ"/>
      <dgm:constr type="secFontSz" for="des" forName="nodeText" op="equ"/>
      <dgm:constr type="primFontSz" for="des" forName="sibTransNodeCircle" op="equ"/>
      <dgm:constr type="h" for="des" forName="sibTransNodeCircle" op="equ"/>
      <dgm:constr type="w" for="des" forName="sibTransNodeCircle" op="equ"/>
      <dgm:constr type="h" for="des" forName="parTx" refType="primFontSz" refFor="des" refForName="parTx" fact="1.5"/>
      <dgm:constr type="h" for="ch" forName="compositeNode" refType="h"/>
      <dgm:constr type="h" for="des" forName="parSh" refType="w"/>
      <dgm:constr type="h" for="des" forName="nodeText" refType="primFontSz" refFor="des" refForName="parTx" fact="2.1"/>
      <dgm:constr type="h" for="des" forName="parSh" refType="h" refFor="des" refForName="parTx" op="lte" fact="1.2"/>
      <dgm:constr type="h" for="des" forName="parSh" refType="h" refFor="des" refForName="parTx" op="gte" fact="1.2"/>
    </dgm:constrLst>
    <dgm:ruleLst>
      <dgm:rule type="primFontSz" for="des" forName="parSh" val="5" fact="NaN" max="NaN"/>
    </dgm:ruleLst>
    <dgm:forEach name="Name3" axis="ch" ptType="node">
      <dgm:layoutNode name="compositeNode">
        <dgm:alg type="composite"/>
        <dgm:shape xmlns:r="http://schemas.openxmlformats.org/officeDocument/2006/relationships" r:blip="">
          <dgm:adjLst/>
        </dgm:shape>
        <dgm:presOf/>
        <dgm:choose name="Name004">
          <dgm:if name="Name5" axis="self" ptType="node" func="cnt" op="equ" val="0">
            <dgm:constrLst>
              <dgm:constr type="w" for="ch" forName="parTx" refType="w"/>
              <dgm:constr type="w" for="ch" forName="parSh" refType="w" refFor="ch" refForName="parTx"/>
              <dgm:constr type="w" for="ch" forName="nodeText" refType="w" refFor="ch" refForName="parTx"/>
              <dgm:constr type="t" for="ch" forName="nodeText" refType="b" refFor="ch" refForName="parSh"/>
            </dgm:constrLst>
          </dgm:if>
          <dgm:else name="Name6">
            <dgm:constrLst>
              <dgm:constr type="w" for="ch" forName="parTx" refType="w"/>
              <dgm:constr type="w" for="ch" forName="parSh" refType="w" refFor="ch" refForName="parTx"/>
              <dgm:constr type="w" for="ch" forName="nodeText" refType="w" refFor="ch" refForName="parTx" fact="0.9"/>
              <dgm:constr type="t" for="ch" forName="nodeText" refType="b" refFor="ch" refForName="parSh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zOrderOff="1" hideGeom="1">
            <dgm:adjLst/>
          </dgm:shape>
          <dgm:presOf/>
          <dgm:constrLst>
            <dgm:constr type="h" refType="w" op="lte" fact="0.4"/>
            <dgm:constr type="h"/>
          </dgm:constrLst>
          <dgm:ruleLst>
            <dgm:rule type="h" val="INF" fact="NaN" max="NaN"/>
          </dgm:ruleLst>
        </dgm:layoutNode>
        <dgm:layoutNode name="parSh">
          <dgm:alg type="composite"/>
          <dgm:shape xmlns:r="http://schemas.openxmlformats.org/officeDocument/2006/relationships" r:blip="">
            <dgm:adjLst/>
          </dgm:shape>
          <dgm:presOf axis="self" ptType="node"/>
          <dgm:choose name="casesForFirstAndLastNode">
            <dgm:if name="ifFirstNode" axis="self" ptType="node" func="pos" op="equ" val="1">
              <dgm:choose name="removeLineWhenOnlyOneNode">
                <dgm:if name="ifOnlyOneNode" axis="followSib" ptType="node" func="cnt" op="equ" val="0">
                  <dgm:constrLst>
                    <dgm:constr type="h"/>
                    <dgm:constr type="h" for="ch" forName="lineNode" val="0.002"/>
                    <dgm:constr type="w" for="ch" forName="lineNode" refType="w" fact="0"/>
                    <dgm:constr type="w" for="ch" forName="lineArrowNode" refType="w" fact="0"/>
                    <dgm:constr type="h" for="ch" forName="lineArrowNode" refType="h" fact="0"/>
                    <dgm:constr type="ctrY" for="ch" forName="lineNode" refType="ctrY" refFor="ch" refForName="sibTransNodeCircle"/>
                    <dgm:constr type="h" for="ch" forName="sibTransNodeCircle" refType="h" fact="0.9"/>
                    <dgm:constr type="w" for="ch" forName="sibTransNodeCircle" refType="h" refFor="ch" refForName="sibTransNodeCircle"/>
                    <dgm:constr type="ctrX" for="ch" forName="sibTransNodeCircle" refType="w" fact="0.45"/>
                    <dgm:constr type="ctrY" for="ch" forName="sibTransNodeCircle" refType="h" fact="0.25"/>
                    <dgm:constr type="t" for="ch" forName="spacerBetweenCircleAndCallout" refType="b" refFor="ch" refForName="sibTransNodeCircle"/>
                    <dgm:constr type="h" for="ch" forName="spacerBetweenCircleAndCallout" val="4.6"/>
                  </dgm:constrLst>
                </dgm:if>
                <dgm:else name="ifMoreThanOneNode">
                  <dgm:constrLst>
                    <dgm:constr type="h"/>
                    <dgm:constr type="h" for="ch" forName="lineNode" val="0.002"/>
                    <dgm:constr type="w" for="ch" forName="lineNode" refType="w" fact="0.4"/>
                    <dgm:constr type="l" for="ch" forName="lineNode" refType="w" fact="0.5"/>
                    <dgm:constr type="w" for="ch" forName="lineArrowNode" refType="w" fact="0.046"/>
                    <dgm:constr type="h" for="ch" forName="lineArrowNode" refType="h" fact="0.18"/>
                    <dgm:constr type="l" for="ch" forName="lineArrowNode" refType="w" fact="0.924"/>
                    <dgm:constr type="t" for="ch" forName="lineArrowNode" refType="h" fact="0.18"/>
                    <dgm:constr type="ctrY" for="ch" forName="lineNode" refType="ctrY" refFor="ch" refForName="sibTransNodeCircle"/>
                    <dgm:constr type="h" for="ch" forName="sibTransNodeCircle" refType="h" fact="0.9"/>
                    <dgm:constr type="w" for="ch" forName="sibTransNodeCircle" refType="h" refFor="ch" refForName="sibTransNodeCircle"/>
                    <dgm:constr type="ctrX" for="ch" forName="sibTransNodeCircle" refType="w" fact="0.45"/>
                    <dgm:constr type="ctrY" for="ch" forName="sibTransNodeCircle" refType="h" fact="0.25"/>
                    <dgm:constr type="t" for="ch" forName="spacerBetweenCircleAndCallout" refType="b" refFor="ch" refForName="sibTransNodeCircle"/>
                    <dgm:constr type="h" for="ch" forName="spacerBetweenCircleAndCallout" val="4.6"/>
                  </dgm:constrLst>
                </dgm:else>
              </dgm:choose>
            </dgm:if>
            <dgm:if name="ifLastNode" axis="self" ptType="node" func="revPos" op="equ" val="1">
              <dgm:constrLst>
                <dgm:constr type="h"/>
                <dgm:constr type="h" for="ch" forName="lineNode" val="0.002"/>
                <dgm:constr type="w" for="ch" forName="lineNode" refType="w" fact="0.45"/>
                <dgm:constr type="w" for="ch" forName="lineArrowNode" refType="w" fact="0"/>
                <dgm:constr type="h" for="ch" forName="lineArrowNode" refType="h" fact="0"/>
                <dgm:constr type="ctrY" for="ch" forName="lineNode" refType="ctrY" refFor="ch" refForName="sibTransNodeCircle"/>
                <dgm:constr type="h" for="ch" forName="sibTransNodeCircle" refType="h"/>
                <dgm:constr type="w" for="ch" forName="sibTransNodeCircle" refType="h" refFor="ch" refForName="sibTransNodeCircle"/>
                <dgm:constr type="ctrX" for="ch" forName="sibTransNodeCircle" refType="w" fact="0.45"/>
                <dgm:constr type="ctrY" for="ch" forName="sibTransNodeCircle" refType="h" fact="0.25"/>
                <dgm:constr type="t" for="ch" forName="spacerBetweenCircleAndCallout" refType="b" refFor="ch" refForName="sibTransNodeCircle"/>
                <dgm:constr type="h" for="ch" forName="spacerBetweenCircleAndCallout" val="4.6"/>
              </dgm:constrLst>
            </dgm:if>
            <dgm:else name="allOtherNodes">
              <dgm:constrLst>
                <dgm:constr type="h"/>
                <dgm:constr type="h" for="ch" forName="lineNode" val="0.002"/>
                <dgm:constr type="w" for="ch" forName="lineNode" refType="w" fact="0.9"/>
                <dgm:constr type="w" for="ch" forName="lineArrowNode" refType="w" fact="0.046"/>
                <dgm:constr type="h" for="ch" forName="lineArrowNode" refType="h" fact="0.18"/>
                <dgm:constr type="l" for="ch" forName="lineArrowNode" refType="w" fact="0.924"/>
                <dgm:constr type="t" for="ch" forName="lineArrowNode" refType="h" fact="0.18"/>
                <dgm:constr type="ctrY" for="ch" forName="lineNode" refType="ctrY" refFor="ch" refForName="sibTransNodeCircle"/>
                <dgm:constr type="h" for="ch" forName="sibTransNodeCircle" refType="h" fact="0.9"/>
                <dgm:constr type="w" for="ch" forName="sibTransNodeCircle" refType="h" refFor="ch" refForName="sibTransNodeCircle"/>
                <dgm:constr type="ctrX" for="ch" forName="sibTransNodeCircle" refType="w" fact="0.45"/>
                <dgm:constr type="ctrY" for="ch" forName="sibTransNodeCircle" refType="h" fact="0.25"/>
                <dgm:constr type="t" for="ch" forName="spacerBetweenCircleAndCallout" refType="b" refFor="ch" refForName="sibTransNodeCircle"/>
                <dgm:constr type="h" for="ch" forName="spacerBetweenCircleAndCallout" val="4.6"/>
              </dgm:constrLst>
            </dgm:else>
          </dgm:choose>
          <dgm:layoutNode name="lineNode" styleLbl="alignAccFollowNode1">
            <dgm:alg type="sp"/>
            <dgm:shape xmlns:r="http://schemas.openxmlformats.org/officeDocument/2006/relationships" type="rect" r:blip="">
              <dgm:adjLst/>
            </dgm:shape>
            <dgm:presOf/>
            <dgm:constrLst/>
            <dgm:ruleLst/>
          </dgm:layoutNode>
          <dgm:layoutNode name="lineArrowNode" styleLbl="alignAccFollowNode1">
            <dgm:alg type="sp"/>
            <dgm:shape xmlns:r="http://schemas.openxmlformats.org/officeDocument/2006/relationships" type="chevron" r:blip="">
              <dgm:adjLst>
                <dgm:adj idx="1" val="0.9"/>
              </dgm:adjLst>
            </dgm:shape>
            <dgm:presOf/>
            <dgm:ruleLst/>
          </dgm:layoutNode>
          <dgm:forEach name="Name19" axis="followSib" ptType="sibTrans" hideLastTrans="0" cnt="1">
            <dgm:layoutNode name="sibTransNodeCircle" styleLbl="alignNode1">
              <dgm:varLst>
                <dgm:chMax val="0"/>
                <dgm:bulletEnabled/>
              </dgm:varLst>
              <dgm:presOf axis="self" ptType="sibTrans"/>
              <dgm:alg type="tx">
                <dgm:param type="txAnchorVert" val="mid"/>
                <dgm:param type="txAnchorHorzCh" val="ctr"/>
                <dgm:param type="parTxRTLAlign" val="l"/>
              </dgm:alg>
              <dgm:shape xmlns:r="http://schemas.openxmlformats.org/officeDocument/2006/relationships" type="ellipse" r:blip="">
                <dgm:adjLst/>
              </dgm:shape>
              <dgm:constrLst>
                <dgm:constr type="w" refType="h" op="equ"/>
                <dgm:constr type="primFontSz" val="60"/>
                <dgm:constr type="tMarg" refType="w" fact="0.11"/>
                <dgm:constr type="lMarg" refType="w" fact="0.11"/>
                <dgm:constr type="rMarg" refType="w" fact="0.11"/>
                <dgm:constr type="bMarg" refType="w" fact="0.11"/>
              </dgm:constrLst>
              <dgm:ruleLst>
                <dgm:rule type="primFontSz" val="14" fact="NaN" max="NaN"/>
              </dgm:ruleLst>
            </dgm:layoutNode>
            <dgm:layoutNode name="spacerBetweenCircleAndCallout">
              <dgm:varLst/>
              <dgm:presOf/>
              <dgm:alg type="sp"/>
              <dgm:shape xmlns:r="http://schemas.openxmlformats.org/officeDocument/2006/relationships" r:blip="">
                <dgm:adjLst/>
              </dgm:shape>
              <dgm:constrLst/>
              <dgm:ruleLst/>
            </dgm:layoutNode>
          </dgm:forEach>
          <dgm:presOf/>
          <dgm:ruleLst/>
        </dgm:layoutNode>
        <dgm:layoutNode name="nodeText" styleLbl="alignAccFollowNode1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upArrowCallout" r:blip="">
            <dgm:adjLst>
              <dgm:adj idx="1" val="0.5"/>
              <dgm:adj idx="2" val="0.2"/>
              <dgm:adj idx="3" val="0.2"/>
              <dgm:adj idx="4" val="1"/>
            </dgm:adjLst>
          </dgm:shape>
          <dgm:presOf axis="desOrSelf" ptType="node"/>
          <dgm:constrLst>
            <dgm:constr type="secFontSz" val="16"/>
            <dgm:constr type="primFontSz" val="26"/>
            <dgm:constr type="h"/>
            <dgm:constr type="tMarg" val="13"/>
            <dgm:constr type="lMarg" refType="w" fact="0.2236"/>
            <dgm:constr type="rMarg" refType="w" fact="0.2236"/>
            <dgm:constr type="bMarg" val="13"/>
          </dgm:constrLst>
          <dgm:ruleLst>
            <dgm:rule type="secFontSz" val="11" fact="NaN" max="NaN"/>
            <dgm:rule type="primFontSz" val="11" fact="NaN" max="NaN"/>
            <dgm:rule type="h" val="INF" fact="NaN" max="NaN"/>
          </dgm:ruleLst>
        </dgm:layoutNode>
      </dgm:layoutNode>
      <dgm:forEach name="sibTransForEach" axis="followSib" ptType="sibTrans" cnt="1">
        <dgm:layoutNode name="sibTransComposite" styleLbl="alignAccFollowNode1">
          <dgm:alg type="sp"/>
          <dgm:shape xmlns:r="http://schemas.openxmlformats.org/officeDocument/2006/relationships" r:blip="">
            <dgm:adjLst/>
          </dgm:shape>
          <dgm:ruleLst/>
        </dgm:layoutNode>
        <dgm:ruleLst>
          <dgm:rule type="h" val="INF" fact="NaN" max="NaN"/>
        </dgm:ruleLst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2035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7002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3113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8042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3/30/26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1981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3/30/26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7056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3/30/26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4865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4831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366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99481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045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48198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5" r:id="rId6"/>
    <p:sldLayoutId id="2147483720" r:id="rId7"/>
    <p:sldLayoutId id="2147483721" r:id="rId8"/>
    <p:sldLayoutId id="2147483722" r:id="rId9"/>
    <p:sldLayoutId id="2147483724" r:id="rId10"/>
    <p:sldLayoutId id="2147483723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9DF6EE7-F24B-26E7-1628-A14D81F05E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899024"/>
            <a:ext cx="3076032" cy="3914947"/>
          </a:xfrm>
        </p:spPr>
        <p:txBody>
          <a:bodyPr>
            <a:normAutofit/>
          </a:bodyPr>
          <a:lstStyle/>
          <a:p>
            <a:r>
              <a:rPr lang="pt-PT" sz="3400"/>
              <a:t>Final Project Presentation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30171A-4D05-FA65-A17F-CA8435453B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9624" y="4914199"/>
            <a:ext cx="2703583" cy="965440"/>
          </a:xfrm>
        </p:spPr>
        <p:txBody>
          <a:bodyPr>
            <a:normAutofit/>
          </a:bodyPr>
          <a:lstStyle/>
          <a:p>
            <a:r>
              <a:rPr lang="pt-PT" sz="1800"/>
              <a:t>Diogo de Abreu Ribeiro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Graphic 34" descr="Troféu">
            <a:extLst>
              <a:ext uri="{FF2B5EF4-FFF2-40B4-BE49-F238E27FC236}">
                <a16:creationId xmlns:a16="http://schemas.microsoft.com/office/drawing/2014/main" id="{9657385B-5623-6023-8B7A-0968BE27C1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10149" y="723901"/>
            <a:ext cx="5410200" cy="541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683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EEAC5A1-BB1B-91FF-EDE5-FD5BC0571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399"/>
            <a:ext cx="5239272" cy="1621147"/>
          </a:xfrm>
        </p:spPr>
        <p:txBody>
          <a:bodyPr>
            <a:normAutofit/>
          </a:bodyPr>
          <a:lstStyle/>
          <a:p>
            <a:r>
              <a:rPr lang="pt-PT" dirty="0" err="1"/>
              <a:t>Introduction</a:t>
            </a:r>
            <a:endParaRPr lang="pt-PT" dirty="0"/>
          </a:p>
        </p:txBody>
      </p:sp>
      <p:cxnSp>
        <p:nvCxnSpPr>
          <p:cNvPr id="12" name="Straight Connector 1">
            <a:extLst>
              <a:ext uri="{FF2B5EF4-FFF2-40B4-BE49-F238E27FC236}">
                <a16:creationId xmlns:a16="http://schemas.microsoft.com/office/drawing/2014/main" id="{7D3DF08D-8EDA-0FB3-59D9-B692F2ADD1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phic 6" descr="Foguetão">
            <a:extLst>
              <a:ext uri="{FF2B5EF4-FFF2-40B4-BE49-F238E27FC236}">
                <a16:creationId xmlns:a16="http://schemas.microsoft.com/office/drawing/2014/main" id="{2BF019A5-5C77-A560-A21E-FDCD4FE543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4672" y="2672080"/>
            <a:ext cx="3490974" cy="3490974"/>
          </a:xfrm>
          <a:prstGeom prst="rect">
            <a:avLst/>
          </a:prstGeom>
        </p:spPr>
      </p:pic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7887C0D-C622-5DFB-A889-07479FE122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46176" y="914399"/>
            <a:ext cx="5138688" cy="5248657"/>
          </a:xfrm>
        </p:spPr>
        <p:txBody>
          <a:bodyPr>
            <a:normAutofit/>
          </a:bodyPr>
          <a:lstStyle/>
          <a:p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goal</a:t>
            </a:r>
            <a:r>
              <a:rPr lang="pt-PT" dirty="0"/>
              <a:t> </a:t>
            </a:r>
            <a:r>
              <a:rPr lang="pt-PT" dirty="0" err="1"/>
              <a:t>of</a:t>
            </a:r>
            <a:r>
              <a:rPr lang="pt-PT" dirty="0"/>
              <a:t> </a:t>
            </a:r>
            <a:r>
              <a:rPr lang="pt-PT" dirty="0" err="1"/>
              <a:t>this</a:t>
            </a:r>
            <a:r>
              <a:rPr lang="pt-PT" dirty="0"/>
              <a:t> </a:t>
            </a:r>
            <a:r>
              <a:rPr lang="pt-PT" dirty="0" err="1"/>
              <a:t>project</a:t>
            </a:r>
            <a:r>
              <a:rPr lang="pt-PT" dirty="0"/>
              <a:t> </a:t>
            </a:r>
            <a:r>
              <a:rPr lang="pt-PT" dirty="0" err="1"/>
              <a:t>was</a:t>
            </a:r>
            <a:r>
              <a:rPr lang="pt-PT" dirty="0"/>
              <a:t> to </a:t>
            </a:r>
            <a:r>
              <a:rPr lang="pt-PT" dirty="0" err="1"/>
              <a:t>create</a:t>
            </a:r>
            <a:r>
              <a:rPr lang="pt-PT" dirty="0"/>
              <a:t> </a:t>
            </a:r>
            <a:r>
              <a:rPr lang="pt-PT" dirty="0" err="1"/>
              <a:t>an</a:t>
            </a:r>
            <a:r>
              <a:rPr lang="pt-PT" dirty="0"/>
              <a:t> </a:t>
            </a:r>
            <a:r>
              <a:rPr lang="pt-PT" dirty="0" err="1"/>
              <a:t>OutSystems</a:t>
            </a:r>
            <a:r>
              <a:rPr lang="pt-PT" dirty="0"/>
              <a:t> </a:t>
            </a:r>
            <a:r>
              <a:rPr lang="pt-PT" dirty="0" err="1"/>
              <a:t>Style</a:t>
            </a:r>
            <a:r>
              <a:rPr lang="pt-PT" dirty="0"/>
              <a:t> Guide for a </a:t>
            </a:r>
            <a:r>
              <a:rPr lang="pt-PT" dirty="0" err="1"/>
              <a:t>new</a:t>
            </a:r>
            <a:r>
              <a:rPr lang="pt-PT" dirty="0"/>
              <a:t> </a:t>
            </a:r>
            <a:r>
              <a:rPr lang="pt-PT" dirty="0" err="1"/>
              <a:t>client</a:t>
            </a:r>
            <a:r>
              <a:rPr lang="pt-PT" dirty="0"/>
              <a:t>, </a:t>
            </a:r>
            <a:r>
              <a:rPr lang="pt-PT" dirty="0" err="1"/>
              <a:t>MediaWeb</a:t>
            </a:r>
            <a:r>
              <a:rPr lang="pt-PT" dirty="0"/>
              <a:t>, </a:t>
            </a:r>
            <a:r>
              <a:rPr lang="pt-PT" dirty="0" err="1"/>
              <a:t>using</a:t>
            </a:r>
            <a:r>
              <a:rPr lang="pt-PT" dirty="0"/>
              <a:t> Rocket UI, </a:t>
            </a:r>
            <a:r>
              <a:rPr lang="pt-PT" dirty="0" err="1"/>
              <a:t>OutSystems</a:t>
            </a:r>
            <a:r>
              <a:rPr lang="pt-PT" dirty="0"/>
              <a:t> </a:t>
            </a:r>
            <a:r>
              <a:rPr lang="pt-PT" dirty="0" err="1"/>
              <a:t>itself</a:t>
            </a:r>
            <a:r>
              <a:rPr lang="pt-PT" dirty="0"/>
              <a:t>, SCSS, </a:t>
            </a:r>
            <a:r>
              <a:rPr lang="pt-PT" dirty="0" err="1"/>
              <a:t>and</a:t>
            </a:r>
            <a:r>
              <a:rPr lang="pt-PT" dirty="0"/>
              <a:t> </a:t>
            </a:r>
            <a:r>
              <a:rPr lang="pt-PT" dirty="0" err="1"/>
              <a:t>architectural</a:t>
            </a:r>
            <a:r>
              <a:rPr lang="pt-PT" dirty="0"/>
              <a:t> </a:t>
            </a:r>
            <a:r>
              <a:rPr lang="pt-PT" dirty="0" err="1"/>
              <a:t>best</a:t>
            </a:r>
            <a:r>
              <a:rPr lang="pt-PT" dirty="0"/>
              <a:t> </a:t>
            </a:r>
            <a:r>
              <a:rPr lang="pt-PT" dirty="0" err="1"/>
              <a:t>practices</a:t>
            </a:r>
            <a:r>
              <a:rPr lang="pt-PT" dirty="0"/>
              <a:t>, </a:t>
            </a:r>
            <a:r>
              <a:rPr lang="pt-PT" dirty="0" err="1"/>
              <a:t>based</a:t>
            </a:r>
            <a:r>
              <a:rPr lang="pt-PT" dirty="0"/>
              <a:t> </a:t>
            </a:r>
            <a:r>
              <a:rPr lang="pt-PT" dirty="0" err="1"/>
              <a:t>on</a:t>
            </a:r>
            <a:r>
              <a:rPr lang="pt-PT" dirty="0"/>
              <a:t> a design </a:t>
            </a:r>
            <a:r>
              <a:rPr lang="pt-PT" dirty="0" err="1"/>
              <a:t>created</a:t>
            </a:r>
            <a:r>
              <a:rPr lang="pt-PT" dirty="0"/>
              <a:t> in </a:t>
            </a:r>
            <a:r>
              <a:rPr lang="pt-PT" dirty="0" err="1"/>
              <a:t>Figma</a:t>
            </a:r>
            <a:r>
              <a:rPr lang="pt-PT" dirty="0"/>
              <a:t>, </a:t>
            </a:r>
            <a:r>
              <a:rPr lang="pt-PT" dirty="0" err="1"/>
              <a:t>putting</a:t>
            </a:r>
            <a:r>
              <a:rPr lang="pt-PT" dirty="0"/>
              <a:t> </a:t>
            </a:r>
            <a:r>
              <a:rPr lang="pt-PT" dirty="0" err="1"/>
              <a:t>into</a:t>
            </a:r>
            <a:r>
              <a:rPr lang="pt-PT" dirty="0"/>
              <a:t> </a:t>
            </a:r>
            <a:r>
              <a:rPr lang="pt-PT" dirty="0" err="1"/>
              <a:t>practice</a:t>
            </a:r>
            <a:r>
              <a:rPr lang="pt-PT" dirty="0"/>
              <a:t> </a:t>
            </a:r>
            <a:r>
              <a:rPr lang="pt-PT" dirty="0" err="1"/>
              <a:t>everything</a:t>
            </a:r>
            <a:r>
              <a:rPr lang="pt-PT" dirty="0"/>
              <a:t> I </a:t>
            </a:r>
            <a:r>
              <a:rPr lang="pt-PT" dirty="0" err="1"/>
              <a:t>learned</a:t>
            </a:r>
            <a:r>
              <a:rPr lang="pt-PT" dirty="0"/>
              <a:t> </a:t>
            </a:r>
            <a:r>
              <a:rPr lang="pt-PT" dirty="0" err="1"/>
              <a:t>during</a:t>
            </a:r>
            <a:r>
              <a:rPr lang="pt-PT" dirty="0"/>
              <a:t> </a:t>
            </a: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ramp-up</a:t>
            </a:r>
            <a:r>
              <a:rPr lang="pt-PT" dirty="0"/>
              <a:t>.</a:t>
            </a:r>
            <a:br>
              <a:rPr lang="pt-PT" dirty="0"/>
            </a:br>
            <a:endParaRPr lang="pt-PT" dirty="0"/>
          </a:p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6913949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DCF86A7-CADD-27A9-CF3F-EA1597064F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4041648" cy="1928741"/>
          </a:xfrm>
        </p:spPr>
        <p:txBody>
          <a:bodyPr>
            <a:normAutofit/>
          </a:bodyPr>
          <a:lstStyle/>
          <a:p>
            <a:r>
              <a:rPr lang="pt-PT" dirty="0" err="1"/>
              <a:t>Installing</a:t>
            </a:r>
            <a:r>
              <a:rPr lang="pt-PT" dirty="0"/>
              <a:t> </a:t>
            </a:r>
            <a:r>
              <a:rPr lang="pt-PT" dirty="0" err="1"/>
              <a:t>RocketUI</a:t>
            </a:r>
            <a:br>
              <a:rPr lang="pt-PT" dirty="0"/>
            </a:br>
            <a:endParaRPr lang="pt-PT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phic 6" descr="Transferir">
            <a:extLst>
              <a:ext uri="{FF2B5EF4-FFF2-40B4-BE49-F238E27FC236}">
                <a16:creationId xmlns:a16="http://schemas.microsoft.com/office/drawing/2014/main" id="{C1C68B94-4245-A70A-C2EF-8A5366480A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1111" y="3046576"/>
            <a:ext cx="2969276" cy="2969276"/>
          </a:xfrm>
          <a:prstGeom prst="rect">
            <a:avLst/>
          </a:prstGeom>
        </p:spPr>
      </p:pic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D40C660F-CD8E-71C7-F5B4-73F2FC1F8C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0952" y="968377"/>
            <a:ext cx="6144768" cy="5010912"/>
          </a:xfrm>
        </p:spPr>
        <p:txBody>
          <a:bodyPr>
            <a:normAutofit fontScale="92500"/>
          </a:bodyPr>
          <a:lstStyle/>
          <a:p>
            <a:r>
              <a:rPr lang="pt-PT" dirty="0" err="1"/>
              <a:t>We</a:t>
            </a:r>
            <a:r>
              <a:rPr lang="pt-PT" dirty="0"/>
              <a:t> </a:t>
            </a:r>
            <a:r>
              <a:rPr lang="pt-PT" dirty="0" err="1"/>
              <a:t>start</a:t>
            </a:r>
            <a:r>
              <a:rPr lang="pt-PT" dirty="0"/>
              <a:t> </a:t>
            </a:r>
            <a:r>
              <a:rPr lang="pt-PT" dirty="0" err="1"/>
              <a:t>by</a:t>
            </a:r>
            <a:r>
              <a:rPr lang="pt-PT" dirty="0"/>
              <a:t> </a:t>
            </a:r>
            <a:r>
              <a:rPr lang="pt-PT" dirty="0" err="1"/>
              <a:t>going</a:t>
            </a:r>
            <a:r>
              <a:rPr lang="pt-PT" dirty="0"/>
              <a:t> to </a:t>
            </a:r>
            <a:r>
              <a:rPr lang="pt-PT" dirty="0" err="1"/>
              <a:t>the</a:t>
            </a:r>
            <a:r>
              <a:rPr lang="pt-PT" dirty="0"/>
              <a:t> “OS” </a:t>
            </a:r>
            <a:r>
              <a:rPr lang="pt-PT" dirty="0" err="1"/>
              <a:t>Forge</a:t>
            </a:r>
            <a:r>
              <a:rPr lang="pt-PT" dirty="0"/>
              <a:t> to download </a:t>
            </a:r>
            <a:r>
              <a:rPr lang="pt-PT" dirty="0" err="1"/>
              <a:t>RocketUI</a:t>
            </a:r>
            <a:r>
              <a:rPr lang="pt-PT" dirty="0"/>
              <a:t> </a:t>
            </a:r>
            <a:r>
              <a:rPr lang="pt-PT" dirty="0" err="1"/>
              <a:t>and</a:t>
            </a:r>
            <a:r>
              <a:rPr lang="pt-PT" dirty="0"/>
              <a:t> </a:t>
            </a:r>
            <a:r>
              <a:rPr lang="pt-PT" dirty="0" err="1"/>
              <a:t>its</a:t>
            </a:r>
            <a:r>
              <a:rPr lang="pt-PT" dirty="0"/>
              <a:t> </a:t>
            </a:r>
            <a:r>
              <a:rPr lang="pt-PT" dirty="0" err="1"/>
              <a:t>style</a:t>
            </a:r>
            <a:r>
              <a:rPr lang="pt-PT" dirty="0"/>
              <a:t> </a:t>
            </a:r>
            <a:r>
              <a:rPr lang="pt-PT" dirty="0" err="1"/>
              <a:t>guide</a:t>
            </a:r>
            <a:r>
              <a:rPr lang="pt-PT" dirty="0"/>
              <a:t>, </a:t>
            </a:r>
            <a:r>
              <a:rPr lang="pt-PT" dirty="0" err="1"/>
              <a:t>then</a:t>
            </a:r>
            <a:r>
              <a:rPr lang="pt-PT" dirty="0"/>
              <a:t> </a:t>
            </a:r>
            <a:r>
              <a:rPr lang="pt-PT" dirty="0" err="1"/>
              <a:t>we</a:t>
            </a:r>
            <a:r>
              <a:rPr lang="pt-PT" dirty="0"/>
              <a:t> </a:t>
            </a:r>
            <a:r>
              <a:rPr lang="pt-PT" dirty="0" err="1"/>
              <a:t>create</a:t>
            </a:r>
            <a:r>
              <a:rPr lang="pt-PT" dirty="0"/>
              <a:t> </a:t>
            </a:r>
            <a:r>
              <a:rPr lang="pt-PT" dirty="0" err="1"/>
              <a:t>our</a:t>
            </a:r>
            <a:r>
              <a:rPr lang="pt-PT" dirty="0"/>
              <a:t> </a:t>
            </a:r>
            <a:r>
              <a:rPr lang="pt-PT" dirty="0" err="1"/>
              <a:t>theme</a:t>
            </a:r>
            <a:r>
              <a:rPr lang="pt-PT" dirty="0"/>
              <a:t> </a:t>
            </a:r>
            <a:r>
              <a:rPr lang="pt-PT" dirty="0" err="1"/>
              <a:t>and</a:t>
            </a:r>
            <a:r>
              <a:rPr lang="pt-PT" dirty="0"/>
              <a:t> link </a:t>
            </a:r>
            <a:r>
              <a:rPr lang="pt-PT" dirty="0" err="1"/>
              <a:t>it</a:t>
            </a:r>
            <a:r>
              <a:rPr lang="pt-PT" dirty="0"/>
              <a:t> to </a:t>
            </a: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RocketUI</a:t>
            </a:r>
            <a:r>
              <a:rPr lang="pt-PT" dirty="0"/>
              <a:t> </a:t>
            </a:r>
            <a:r>
              <a:rPr lang="pt-PT" dirty="0" err="1"/>
              <a:t>style</a:t>
            </a:r>
            <a:r>
              <a:rPr lang="pt-PT" dirty="0"/>
              <a:t> </a:t>
            </a:r>
            <a:r>
              <a:rPr lang="pt-PT" dirty="0" err="1"/>
              <a:t>guide</a:t>
            </a:r>
            <a:r>
              <a:rPr lang="pt-PT" dirty="0"/>
              <a:t>, </a:t>
            </a:r>
            <a:r>
              <a:rPr lang="pt-PT" dirty="0" err="1"/>
              <a:t>because</a:t>
            </a:r>
            <a:r>
              <a:rPr lang="pt-PT" dirty="0"/>
              <a:t> </a:t>
            </a:r>
            <a:r>
              <a:rPr lang="pt-PT" dirty="0" err="1"/>
              <a:t>we’re</a:t>
            </a:r>
            <a:r>
              <a:rPr lang="pt-PT" dirty="0"/>
              <a:t> </a:t>
            </a:r>
            <a:r>
              <a:rPr lang="pt-PT" dirty="0" err="1"/>
              <a:t>going</a:t>
            </a:r>
            <a:r>
              <a:rPr lang="pt-PT" dirty="0"/>
              <a:t> to use </a:t>
            </a: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OutSystems</a:t>
            </a:r>
            <a:r>
              <a:rPr lang="pt-PT" dirty="0"/>
              <a:t> </a:t>
            </a:r>
            <a:r>
              <a:rPr lang="pt-PT" dirty="0" err="1"/>
              <a:t>style</a:t>
            </a:r>
            <a:r>
              <a:rPr lang="pt-PT" dirty="0"/>
              <a:t> </a:t>
            </a:r>
            <a:r>
              <a:rPr lang="pt-PT" dirty="0" err="1"/>
              <a:t>guide</a:t>
            </a:r>
            <a:r>
              <a:rPr lang="pt-PT" dirty="0"/>
              <a:t>—</a:t>
            </a:r>
            <a:r>
              <a:rPr lang="pt-PT" dirty="0" err="1"/>
              <a:t>which</a:t>
            </a:r>
            <a:r>
              <a:rPr lang="pt-PT" dirty="0"/>
              <a:t> </a:t>
            </a:r>
            <a:r>
              <a:rPr lang="pt-PT" dirty="0" err="1"/>
              <a:t>has</a:t>
            </a:r>
            <a:r>
              <a:rPr lang="pt-PT" dirty="0"/>
              <a:t> </a:t>
            </a:r>
            <a:r>
              <a:rPr lang="pt-PT" dirty="0" err="1"/>
              <a:t>already</a:t>
            </a:r>
            <a:r>
              <a:rPr lang="pt-PT" dirty="0"/>
              <a:t> </a:t>
            </a:r>
            <a:r>
              <a:rPr lang="pt-PT" dirty="0" err="1"/>
              <a:t>been</a:t>
            </a:r>
            <a:r>
              <a:rPr lang="pt-PT" dirty="0"/>
              <a:t> </a:t>
            </a:r>
            <a:r>
              <a:rPr lang="pt-PT" dirty="0" err="1"/>
              <a:t>modified</a:t>
            </a:r>
            <a:r>
              <a:rPr lang="pt-PT" dirty="0"/>
              <a:t> in some </a:t>
            </a:r>
            <a:r>
              <a:rPr lang="pt-PT" dirty="0" err="1"/>
              <a:t>parts</a:t>
            </a:r>
            <a:r>
              <a:rPr lang="pt-PT" dirty="0"/>
              <a:t> </a:t>
            </a:r>
            <a:r>
              <a:rPr lang="pt-PT" dirty="0" err="1"/>
              <a:t>by</a:t>
            </a:r>
            <a:r>
              <a:rPr lang="pt-PT" dirty="0"/>
              <a:t> </a:t>
            </a:r>
            <a:r>
              <a:rPr lang="pt-PT" dirty="0" err="1"/>
              <a:t>RocketUI</a:t>
            </a:r>
            <a:r>
              <a:rPr lang="pt-PT" dirty="0"/>
              <a:t>—</a:t>
            </a:r>
            <a:r>
              <a:rPr lang="pt-PT" dirty="0" err="1"/>
              <a:t>and</a:t>
            </a:r>
            <a:r>
              <a:rPr lang="pt-PT" dirty="0"/>
              <a:t> </a:t>
            </a:r>
            <a:r>
              <a:rPr lang="pt-PT" dirty="0" err="1"/>
              <a:t>on</a:t>
            </a:r>
            <a:r>
              <a:rPr lang="pt-PT" dirty="0"/>
              <a:t> top </a:t>
            </a:r>
            <a:r>
              <a:rPr lang="pt-PT" dirty="0" err="1"/>
              <a:t>of</a:t>
            </a:r>
            <a:r>
              <a:rPr lang="pt-PT" dirty="0"/>
              <a:t> </a:t>
            </a:r>
            <a:r>
              <a:rPr lang="pt-PT" dirty="0" err="1"/>
              <a:t>that</a:t>
            </a:r>
            <a:r>
              <a:rPr lang="pt-PT" dirty="0"/>
              <a:t>, </a:t>
            </a:r>
            <a:r>
              <a:rPr lang="pt-PT" dirty="0" err="1"/>
              <a:t>we’ll</a:t>
            </a:r>
            <a:r>
              <a:rPr lang="pt-PT" dirty="0"/>
              <a:t> </a:t>
            </a:r>
            <a:r>
              <a:rPr lang="pt-PT" dirty="0" err="1"/>
              <a:t>apply</a:t>
            </a:r>
            <a:r>
              <a:rPr lang="pt-PT" dirty="0"/>
              <a:t> </a:t>
            </a:r>
            <a:r>
              <a:rPr lang="pt-PT" dirty="0" err="1"/>
              <a:t>our</a:t>
            </a:r>
            <a:r>
              <a:rPr lang="pt-PT" dirty="0"/>
              <a:t> </a:t>
            </a:r>
            <a:r>
              <a:rPr lang="pt-PT" dirty="0" err="1"/>
              <a:t>own</a:t>
            </a:r>
            <a:r>
              <a:rPr lang="pt-PT" dirty="0"/>
              <a:t> </a:t>
            </a:r>
            <a:r>
              <a:rPr lang="pt-PT" dirty="0" err="1"/>
              <a:t>changes</a:t>
            </a:r>
            <a:r>
              <a:rPr lang="pt-PT" dirty="0"/>
              <a:t> to layouts, </a:t>
            </a:r>
            <a:r>
              <a:rPr lang="pt-PT" dirty="0" err="1"/>
              <a:t>patterns</a:t>
            </a:r>
            <a:r>
              <a:rPr lang="pt-PT" dirty="0"/>
              <a:t>, </a:t>
            </a:r>
            <a:r>
              <a:rPr lang="pt-PT" dirty="0" err="1"/>
              <a:t>and</a:t>
            </a:r>
            <a:r>
              <a:rPr lang="pt-PT" dirty="0"/>
              <a:t> </a:t>
            </a:r>
            <a:r>
              <a:rPr lang="pt-PT" dirty="0" err="1"/>
              <a:t>widgets</a:t>
            </a:r>
            <a:r>
              <a:rPr lang="pt-PT" dirty="0"/>
              <a:t>; </a:t>
            </a:r>
            <a:r>
              <a:rPr lang="pt-PT" dirty="0" err="1"/>
              <a:t>we</a:t>
            </a:r>
            <a:r>
              <a:rPr lang="pt-PT" dirty="0"/>
              <a:t> can </a:t>
            </a:r>
            <a:r>
              <a:rPr lang="pt-PT" dirty="0" err="1"/>
              <a:t>modify</a:t>
            </a:r>
            <a:r>
              <a:rPr lang="pt-PT" dirty="0"/>
              <a:t> </a:t>
            </a:r>
            <a:r>
              <a:rPr lang="pt-PT" dirty="0" err="1"/>
              <a:t>everything</a:t>
            </a:r>
            <a:r>
              <a:rPr lang="pt-PT" dirty="0"/>
              <a:t>.</a:t>
            </a:r>
          </a:p>
          <a:p>
            <a:endParaRPr lang="pt-PT" dirty="0"/>
          </a:p>
          <a:p>
            <a:endParaRPr lang="pt-PT" dirty="0"/>
          </a:p>
          <a:p>
            <a:r>
              <a:rPr lang="pt-PT" dirty="0" err="1"/>
              <a:t>It</a:t>
            </a:r>
            <a:r>
              <a:rPr lang="pt-PT" dirty="0"/>
              <a:t> </a:t>
            </a:r>
            <a:r>
              <a:rPr lang="pt-PT" dirty="0" err="1"/>
              <a:t>might</a:t>
            </a:r>
            <a:r>
              <a:rPr lang="pt-PT" dirty="0"/>
              <a:t> </a:t>
            </a:r>
            <a:r>
              <a:rPr lang="pt-PT" dirty="0" err="1"/>
              <a:t>be</a:t>
            </a:r>
            <a:r>
              <a:rPr lang="pt-PT" dirty="0"/>
              <a:t> a </a:t>
            </a:r>
            <a:r>
              <a:rPr lang="pt-PT" dirty="0" err="1"/>
              <a:t>beginner’s</a:t>
            </a:r>
            <a:r>
              <a:rPr lang="pt-PT" dirty="0"/>
              <a:t> </a:t>
            </a:r>
            <a:r>
              <a:rPr lang="pt-PT" dirty="0" err="1"/>
              <a:t>mistake</a:t>
            </a:r>
            <a:r>
              <a:rPr lang="pt-PT" dirty="0"/>
              <a:t>, </a:t>
            </a:r>
            <a:r>
              <a:rPr lang="pt-PT" dirty="0" err="1"/>
              <a:t>but</a:t>
            </a:r>
            <a:r>
              <a:rPr lang="pt-PT" dirty="0"/>
              <a:t> I </a:t>
            </a:r>
            <a:r>
              <a:rPr lang="pt-PT" dirty="0" err="1"/>
              <a:t>ran</a:t>
            </a:r>
            <a:r>
              <a:rPr lang="pt-PT" dirty="0"/>
              <a:t> </a:t>
            </a:r>
            <a:r>
              <a:rPr lang="pt-PT" dirty="0" err="1"/>
              <a:t>into</a:t>
            </a:r>
            <a:r>
              <a:rPr lang="pt-PT" dirty="0"/>
              <a:t> some </a:t>
            </a:r>
            <a:r>
              <a:rPr lang="pt-PT" dirty="0" err="1"/>
              <a:t>trouble</a:t>
            </a:r>
            <a:r>
              <a:rPr lang="pt-PT" dirty="0"/>
              <a:t> </a:t>
            </a:r>
            <a:r>
              <a:rPr lang="pt-PT" dirty="0" err="1"/>
              <a:t>with</a:t>
            </a:r>
            <a:r>
              <a:rPr lang="pt-PT" dirty="0"/>
              <a:t> </a:t>
            </a: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dependencies</a:t>
            </a:r>
            <a:r>
              <a:rPr lang="pt-PT" dirty="0"/>
              <a:t> </a:t>
            </a:r>
            <a:r>
              <a:rPr lang="pt-PT" dirty="0" err="1"/>
              <a:t>because</a:t>
            </a:r>
            <a:r>
              <a:rPr lang="pt-PT" dirty="0"/>
              <a:t> I </a:t>
            </a:r>
            <a:r>
              <a:rPr lang="pt-PT" dirty="0" err="1"/>
              <a:t>thought</a:t>
            </a:r>
            <a:r>
              <a:rPr lang="pt-PT" dirty="0"/>
              <a:t> </a:t>
            </a:r>
            <a:r>
              <a:rPr lang="pt-PT" dirty="0" err="1"/>
              <a:t>that</a:t>
            </a:r>
            <a:r>
              <a:rPr lang="pt-PT" dirty="0"/>
              <a:t> </a:t>
            </a:r>
            <a:r>
              <a:rPr lang="pt-PT" dirty="0" err="1"/>
              <a:t>when</a:t>
            </a:r>
            <a:r>
              <a:rPr lang="pt-PT" dirty="0"/>
              <a:t> </a:t>
            </a:r>
            <a:r>
              <a:rPr lang="pt-PT" dirty="0" err="1"/>
              <a:t>installing</a:t>
            </a:r>
            <a:r>
              <a:rPr lang="pt-PT" dirty="0"/>
              <a:t> </a:t>
            </a: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necessary</a:t>
            </a:r>
            <a:r>
              <a:rPr lang="pt-PT" dirty="0"/>
              <a:t> </a:t>
            </a:r>
            <a:r>
              <a:rPr lang="pt-PT" dirty="0" err="1"/>
              <a:t>dependencies</a:t>
            </a:r>
            <a:r>
              <a:rPr lang="pt-PT" dirty="0"/>
              <a:t> </a:t>
            </a:r>
            <a:r>
              <a:rPr lang="pt-PT" dirty="0" err="1"/>
              <a:t>on</a:t>
            </a:r>
            <a:r>
              <a:rPr lang="pt-PT" dirty="0"/>
              <a:t> </a:t>
            </a: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Forge</a:t>
            </a:r>
            <a:r>
              <a:rPr lang="pt-PT" dirty="0"/>
              <a:t>, </a:t>
            </a:r>
            <a:r>
              <a:rPr lang="pt-PT" dirty="0" err="1"/>
              <a:t>everything</a:t>
            </a:r>
            <a:r>
              <a:rPr lang="pt-PT" dirty="0"/>
              <a:t> </a:t>
            </a:r>
            <a:r>
              <a:rPr lang="pt-PT" dirty="0" err="1"/>
              <a:t>would</a:t>
            </a:r>
            <a:r>
              <a:rPr lang="pt-PT" dirty="0"/>
              <a:t> come </a:t>
            </a:r>
            <a:r>
              <a:rPr lang="pt-PT" dirty="0" err="1"/>
              <a:t>along</a:t>
            </a:r>
            <a:r>
              <a:rPr lang="pt-PT" dirty="0"/>
              <a:t> </a:t>
            </a:r>
            <a:r>
              <a:rPr lang="pt-PT" dirty="0" err="1"/>
              <a:t>with</a:t>
            </a:r>
            <a:r>
              <a:rPr lang="pt-PT" dirty="0"/>
              <a:t> </a:t>
            </a:r>
            <a:r>
              <a:rPr lang="pt-PT" dirty="0" err="1"/>
              <a:t>it</a:t>
            </a:r>
            <a:r>
              <a:rPr lang="pt-PT" dirty="0"/>
              <a:t>, </a:t>
            </a:r>
            <a:r>
              <a:rPr lang="pt-PT" dirty="0" err="1"/>
              <a:t>but</a:t>
            </a:r>
            <a:r>
              <a:rPr lang="pt-PT" dirty="0"/>
              <a:t> </a:t>
            </a:r>
            <a:r>
              <a:rPr lang="pt-PT" dirty="0" err="1"/>
              <a:t>we</a:t>
            </a:r>
            <a:r>
              <a:rPr lang="pt-PT" dirty="0"/>
              <a:t> </a:t>
            </a:r>
            <a:r>
              <a:rPr lang="pt-PT" dirty="0" err="1"/>
              <a:t>don’t</a:t>
            </a:r>
            <a:r>
              <a:rPr lang="pt-PT" dirty="0"/>
              <a:t> </a:t>
            </a:r>
            <a:r>
              <a:rPr lang="pt-PT" dirty="0" err="1"/>
              <a:t>have</a:t>
            </a:r>
            <a:r>
              <a:rPr lang="pt-PT" dirty="0"/>
              <a:t> to </a:t>
            </a:r>
            <a:r>
              <a:rPr lang="pt-PT" dirty="0" err="1"/>
              <a:t>install</a:t>
            </a:r>
            <a:r>
              <a:rPr lang="pt-PT" dirty="0"/>
              <a:t> </a:t>
            </a:r>
            <a:r>
              <a:rPr lang="pt-PT" dirty="0" err="1"/>
              <a:t>them</a:t>
            </a:r>
            <a:r>
              <a:rPr lang="pt-PT" dirty="0"/>
              <a:t> </a:t>
            </a:r>
            <a:r>
              <a:rPr lang="pt-PT" dirty="0" err="1"/>
              <a:t>one</a:t>
            </a:r>
            <a:r>
              <a:rPr lang="pt-PT" dirty="0"/>
              <a:t> </a:t>
            </a:r>
            <a:r>
              <a:rPr lang="pt-PT" dirty="0" err="1"/>
              <a:t>by</a:t>
            </a:r>
            <a:r>
              <a:rPr lang="pt-PT" dirty="0"/>
              <a:t> </a:t>
            </a:r>
            <a:r>
              <a:rPr lang="pt-PT" dirty="0" err="1"/>
              <a:t>one</a:t>
            </a:r>
            <a:r>
              <a:rPr lang="pt-PT" dirty="0"/>
              <a:t>.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E0104E4-99BC-494F-8342-F250828E57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80555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8055040-EEFB-619E-CD5E-84CCA46D0B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4041648" cy="1928741"/>
          </a:xfrm>
        </p:spPr>
        <p:txBody>
          <a:bodyPr>
            <a:normAutofit/>
          </a:bodyPr>
          <a:lstStyle/>
          <a:p>
            <a:r>
              <a:rPr lang="pt-PT" dirty="0"/>
              <a:t>Project </a:t>
            </a:r>
            <a:r>
              <a:rPr lang="pt-PT" dirty="0" err="1"/>
              <a:t>Organization</a:t>
            </a:r>
            <a:endParaRPr lang="pt-PT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phic 6" descr="Prancheta">
            <a:extLst>
              <a:ext uri="{FF2B5EF4-FFF2-40B4-BE49-F238E27FC236}">
                <a16:creationId xmlns:a16="http://schemas.microsoft.com/office/drawing/2014/main" id="{728FA994-AA76-BFC0-C18D-11D558969A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1111" y="3046576"/>
            <a:ext cx="2969276" cy="2969276"/>
          </a:xfrm>
          <a:prstGeom prst="rect">
            <a:avLst/>
          </a:prstGeom>
        </p:spPr>
      </p:pic>
      <p:sp>
        <p:nvSpPr>
          <p:cNvPr id="15" name="Marcador de Posição de Conteúdo 2">
            <a:extLst>
              <a:ext uri="{FF2B5EF4-FFF2-40B4-BE49-F238E27FC236}">
                <a16:creationId xmlns:a16="http://schemas.microsoft.com/office/drawing/2014/main" id="{52910388-D740-4BC3-A0C5-2D7DFCEB8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0952" y="968377"/>
            <a:ext cx="6144768" cy="5010912"/>
          </a:xfrm>
        </p:spPr>
        <p:txBody>
          <a:bodyPr>
            <a:normAutofit/>
          </a:bodyPr>
          <a:lstStyle/>
          <a:p>
            <a:r>
              <a:rPr lang="pt-PT" dirty="0"/>
              <a:t>In </a:t>
            </a:r>
            <a:r>
              <a:rPr lang="pt-PT" dirty="0" err="1"/>
              <a:t>RocketUI</a:t>
            </a:r>
            <a:r>
              <a:rPr lang="pt-PT" dirty="0"/>
              <a:t>, </a:t>
            </a:r>
            <a:r>
              <a:rPr lang="pt-PT" dirty="0" err="1"/>
              <a:t>there</a:t>
            </a:r>
            <a:r>
              <a:rPr lang="pt-PT" dirty="0"/>
              <a:t> are </a:t>
            </a:r>
            <a:r>
              <a:rPr lang="pt-PT" dirty="0" err="1"/>
              <a:t>patterns</a:t>
            </a:r>
            <a:r>
              <a:rPr lang="pt-PT" dirty="0"/>
              <a:t> </a:t>
            </a:r>
            <a:r>
              <a:rPr lang="pt-PT" dirty="0" err="1"/>
              <a:t>and</a:t>
            </a:r>
            <a:r>
              <a:rPr lang="pt-PT" dirty="0"/>
              <a:t> a </a:t>
            </a:r>
            <a:r>
              <a:rPr lang="pt-PT" dirty="0" err="1"/>
              <a:t>theme</a:t>
            </a:r>
            <a:r>
              <a:rPr lang="pt-PT" dirty="0"/>
              <a:t>; </a:t>
            </a:r>
            <a:r>
              <a:rPr lang="pt-PT" dirty="0" err="1"/>
              <a:t>we</a:t>
            </a:r>
            <a:r>
              <a:rPr lang="pt-PT" dirty="0"/>
              <a:t> use </a:t>
            </a: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patterns</a:t>
            </a:r>
            <a:r>
              <a:rPr lang="pt-PT" dirty="0"/>
              <a:t> </a:t>
            </a:r>
            <a:r>
              <a:rPr lang="pt-PT" dirty="0" err="1"/>
              <a:t>within</a:t>
            </a:r>
            <a:r>
              <a:rPr lang="pt-PT" dirty="0"/>
              <a:t> </a:t>
            </a:r>
            <a:r>
              <a:rPr lang="pt-PT" dirty="0" err="1"/>
              <a:t>the</a:t>
            </a:r>
            <a:r>
              <a:rPr lang="pt-PT" dirty="0"/>
              <a:t> layouts </a:t>
            </a:r>
            <a:r>
              <a:rPr lang="pt-PT" dirty="0" err="1"/>
              <a:t>and</a:t>
            </a:r>
            <a:r>
              <a:rPr lang="pt-PT" dirty="0"/>
              <a:t> in </a:t>
            </a: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theme</a:t>
            </a:r>
            <a:r>
              <a:rPr lang="pt-PT" dirty="0"/>
              <a:t>.</a:t>
            </a:r>
          </a:p>
          <a:p>
            <a:r>
              <a:rPr lang="pt-PT" dirty="0"/>
              <a:t>In </a:t>
            </a: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RocketUI</a:t>
            </a:r>
            <a:r>
              <a:rPr lang="pt-PT" dirty="0"/>
              <a:t> </a:t>
            </a:r>
            <a:r>
              <a:rPr lang="pt-PT" dirty="0" err="1"/>
              <a:t>style</a:t>
            </a:r>
            <a:r>
              <a:rPr lang="pt-PT" dirty="0"/>
              <a:t> </a:t>
            </a:r>
            <a:r>
              <a:rPr lang="pt-PT" dirty="0" err="1"/>
              <a:t>guide</a:t>
            </a:r>
            <a:r>
              <a:rPr lang="pt-PT" dirty="0"/>
              <a:t>, </a:t>
            </a:r>
            <a:r>
              <a:rPr lang="pt-PT" dirty="0" err="1"/>
              <a:t>we</a:t>
            </a:r>
            <a:r>
              <a:rPr lang="pt-PT" dirty="0"/>
              <a:t> </a:t>
            </a:r>
            <a:r>
              <a:rPr lang="pt-PT" dirty="0" err="1"/>
              <a:t>have</a:t>
            </a:r>
            <a:r>
              <a:rPr lang="pt-PT" dirty="0"/>
              <a:t> Rocket </a:t>
            </a:r>
            <a:r>
              <a:rPr lang="pt-PT" dirty="0" err="1"/>
              <a:t>templates</a:t>
            </a:r>
            <a:r>
              <a:rPr lang="pt-PT" dirty="0"/>
              <a:t>, </a:t>
            </a:r>
            <a:r>
              <a:rPr lang="pt-PT" dirty="0" err="1"/>
              <a:t>assets</a:t>
            </a:r>
            <a:r>
              <a:rPr lang="pt-PT" dirty="0"/>
              <a:t> </a:t>
            </a:r>
            <a:r>
              <a:rPr lang="pt-PT" dirty="0" err="1"/>
              <a:t>from</a:t>
            </a:r>
            <a:r>
              <a:rPr lang="pt-PT" dirty="0"/>
              <a:t> </a:t>
            </a:r>
            <a:r>
              <a:rPr lang="pt-PT" dirty="0" err="1"/>
              <a:t>Outsystems</a:t>
            </a:r>
            <a:r>
              <a:rPr lang="pt-PT" dirty="0"/>
              <a:t> </a:t>
            </a:r>
            <a:r>
              <a:rPr lang="pt-PT" dirty="0" err="1"/>
              <a:t>and</a:t>
            </a:r>
            <a:r>
              <a:rPr lang="pt-PT" dirty="0"/>
              <a:t> Rocket, a </a:t>
            </a:r>
            <a:r>
              <a:rPr lang="pt-PT" dirty="0" err="1"/>
              <a:t>database</a:t>
            </a:r>
            <a:r>
              <a:rPr lang="pt-PT" dirty="0"/>
              <a:t>, </a:t>
            </a:r>
            <a:r>
              <a:rPr lang="pt-PT" dirty="0" err="1"/>
              <a:t>and</a:t>
            </a:r>
            <a:r>
              <a:rPr lang="pt-PT" dirty="0"/>
              <a:t> </a:t>
            </a: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style</a:t>
            </a:r>
            <a:r>
              <a:rPr lang="pt-PT" dirty="0"/>
              <a:t> </a:t>
            </a:r>
            <a:r>
              <a:rPr lang="pt-PT" dirty="0" err="1"/>
              <a:t>guide</a:t>
            </a:r>
            <a:r>
              <a:rPr lang="pt-PT" dirty="0"/>
              <a:t> </a:t>
            </a:r>
            <a:r>
              <a:rPr lang="pt-PT" dirty="0" err="1"/>
              <a:t>page</a:t>
            </a:r>
            <a:r>
              <a:rPr lang="pt-PT" dirty="0"/>
              <a:t>.</a:t>
            </a:r>
          </a:p>
          <a:p>
            <a:r>
              <a:rPr lang="pt-PT" dirty="0"/>
              <a:t>Later, I </a:t>
            </a:r>
            <a:r>
              <a:rPr lang="pt-PT" dirty="0" err="1"/>
              <a:t>created</a:t>
            </a:r>
            <a:r>
              <a:rPr lang="pt-PT" dirty="0"/>
              <a:t> </a:t>
            </a: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Mediaweb</a:t>
            </a:r>
            <a:r>
              <a:rPr lang="pt-PT" dirty="0"/>
              <a:t> </a:t>
            </a:r>
            <a:r>
              <a:rPr lang="pt-PT" dirty="0" err="1"/>
              <a:t>Theme</a:t>
            </a:r>
            <a:r>
              <a:rPr lang="pt-PT" dirty="0"/>
              <a:t>, </a:t>
            </a:r>
            <a:r>
              <a:rPr lang="pt-PT" dirty="0" err="1"/>
              <a:t>which</a:t>
            </a:r>
            <a:r>
              <a:rPr lang="pt-PT" dirty="0"/>
              <a:t> </a:t>
            </a:r>
            <a:r>
              <a:rPr lang="pt-PT" dirty="0" err="1"/>
              <a:t>is</a:t>
            </a:r>
            <a:r>
              <a:rPr lang="pt-PT" dirty="0"/>
              <a:t> </a:t>
            </a:r>
            <a:r>
              <a:rPr lang="pt-PT" dirty="0" err="1"/>
              <a:t>my</a:t>
            </a:r>
            <a:r>
              <a:rPr lang="pt-PT" dirty="0"/>
              <a:t> </a:t>
            </a:r>
            <a:r>
              <a:rPr lang="pt-PT" dirty="0" err="1"/>
              <a:t>client</a:t>
            </a:r>
            <a:r>
              <a:rPr lang="pt-PT" dirty="0"/>
              <a:t> </a:t>
            </a:r>
            <a:r>
              <a:rPr lang="pt-PT" dirty="0" err="1"/>
              <a:t>that</a:t>
            </a:r>
            <a:r>
              <a:rPr lang="pt-PT" dirty="0"/>
              <a:t> uses </a:t>
            </a:r>
            <a:r>
              <a:rPr lang="pt-PT" dirty="0" err="1"/>
              <a:t>RocketUI</a:t>
            </a:r>
            <a:r>
              <a:rPr lang="pt-PT" dirty="0"/>
              <a:t>; in </a:t>
            </a:r>
            <a:r>
              <a:rPr lang="pt-PT" dirty="0" err="1"/>
              <a:t>my</a:t>
            </a:r>
            <a:r>
              <a:rPr lang="pt-PT" dirty="0"/>
              <a:t> </a:t>
            </a:r>
            <a:r>
              <a:rPr lang="pt-PT" dirty="0" err="1"/>
              <a:t>theme</a:t>
            </a:r>
            <a:r>
              <a:rPr lang="pt-PT" dirty="0"/>
              <a:t>, I </a:t>
            </a:r>
            <a:r>
              <a:rPr lang="pt-PT" dirty="0" err="1"/>
              <a:t>have</a:t>
            </a:r>
            <a:r>
              <a:rPr lang="pt-PT" dirty="0"/>
              <a:t> </a:t>
            </a:r>
            <a:r>
              <a:rPr lang="pt-PT" dirty="0" err="1"/>
              <a:t>my</a:t>
            </a:r>
            <a:r>
              <a:rPr lang="pt-PT" dirty="0"/>
              <a:t> </a:t>
            </a:r>
            <a:r>
              <a:rPr lang="pt-PT" dirty="0" err="1"/>
              <a:t>patterns</a:t>
            </a:r>
            <a:r>
              <a:rPr lang="pt-PT" dirty="0"/>
              <a:t>, </a:t>
            </a:r>
            <a:r>
              <a:rPr lang="pt-PT" dirty="0" err="1"/>
              <a:t>resources</a:t>
            </a:r>
            <a:r>
              <a:rPr lang="pt-PT" dirty="0"/>
              <a:t>, </a:t>
            </a:r>
            <a:r>
              <a:rPr lang="pt-PT" dirty="0" err="1"/>
              <a:t>and</a:t>
            </a:r>
            <a:r>
              <a:rPr lang="pt-PT" dirty="0"/>
              <a:t> </a:t>
            </a:r>
            <a:r>
              <a:rPr lang="pt-PT" dirty="0" err="1"/>
              <a:t>theme</a:t>
            </a:r>
            <a:r>
              <a:rPr lang="pt-PT" dirty="0"/>
              <a:t>.</a:t>
            </a:r>
          </a:p>
          <a:p>
            <a:pPr marL="0" indent="0">
              <a:buNone/>
            </a:pPr>
            <a:endParaRPr lang="pt-PT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E0104E4-99BC-494F-8342-F250828E57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51747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937C233-87CF-C85A-8A72-BAF2E3A35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7" y="909638"/>
            <a:ext cx="10691813" cy="1155618"/>
          </a:xfrm>
        </p:spPr>
        <p:txBody>
          <a:bodyPr>
            <a:normAutofit fontScale="90000"/>
          </a:bodyPr>
          <a:lstStyle/>
          <a:p>
            <a:r>
              <a:rPr lang="pt-PT" dirty="0" err="1"/>
              <a:t>Assembly</a:t>
            </a:r>
            <a:br>
              <a:rPr lang="pt-PT" dirty="0"/>
            </a:br>
            <a:endParaRPr lang="pt-PT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AD0195E-7F27-4D06-9427-0C121D721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74C2FC-3228-4FC1-B97B-87AD35508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Marcador de Posição de Conteúdo 2">
            <a:extLst>
              <a:ext uri="{FF2B5EF4-FFF2-40B4-BE49-F238E27FC236}">
                <a16:creationId xmlns:a16="http://schemas.microsoft.com/office/drawing/2014/main" id="{A4196FCC-6CEB-A355-936A-D3B46A51ACE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2550516"/>
              </p:ext>
            </p:extLst>
          </p:nvPr>
        </p:nvGraphicFramePr>
        <p:xfrm>
          <a:off x="700088" y="2222500"/>
          <a:ext cx="10691812" cy="3740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585410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53615EE-C559-4E03-999B-5477F1626F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C199A95-507F-B4FC-D729-FE0FCB290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8" y="909637"/>
            <a:ext cx="5958216" cy="1316736"/>
          </a:xfrm>
        </p:spPr>
        <p:txBody>
          <a:bodyPr>
            <a:normAutofit/>
          </a:bodyPr>
          <a:lstStyle/>
          <a:p>
            <a:r>
              <a:rPr lang="pt-PT" dirty="0" err="1"/>
              <a:t>Assembly</a:t>
            </a:r>
            <a:endParaRPr lang="pt-PT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99A8EBD-049C-48E6-97ED-C9102D78FC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2376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F219E029-099E-D1CA-F034-48CA1019FF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088" y="2235251"/>
            <a:ext cx="5958216" cy="3713109"/>
          </a:xfrm>
        </p:spPr>
        <p:txBody>
          <a:bodyPr>
            <a:normAutofit/>
          </a:bodyPr>
          <a:lstStyle/>
          <a:p>
            <a:r>
              <a:rPr lang="pt-PT" dirty="0"/>
              <a:t>I </a:t>
            </a:r>
            <a:r>
              <a:rPr lang="pt-PT" dirty="0" err="1"/>
              <a:t>then</a:t>
            </a:r>
            <a:r>
              <a:rPr lang="pt-PT" dirty="0"/>
              <a:t> </a:t>
            </a:r>
            <a:r>
              <a:rPr lang="pt-PT" dirty="0" err="1"/>
              <a:t>moved</a:t>
            </a:r>
            <a:r>
              <a:rPr lang="pt-PT" dirty="0"/>
              <a:t> </a:t>
            </a:r>
            <a:r>
              <a:rPr lang="pt-PT" dirty="0" err="1"/>
              <a:t>on</a:t>
            </a:r>
            <a:r>
              <a:rPr lang="pt-PT" dirty="0"/>
              <a:t> to </a:t>
            </a:r>
            <a:r>
              <a:rPr lang="pt-PT" dirty="0" err="1"/>
              <a:t>developing</a:t>
            </a:r>
            <a:r>
              <a:rPr lang="pt-PT" dirty="0"/>
              <a:t> </a:t>
            </a:r>
            <a:r>
              <a:rPr lang="pt-PT" dirty="0" err="1"/>
              <a:t>custom</a:t>
            </a:r>
            <a:r>
              <a:rPr lang="pt-PT" dirty="0"/>
              <a:t> layouts for </a:t>
            </a: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project</a:t>
            </a:r>
            <a:r>
              <a:rPr lang="pt-PT" dirty="0"/>
              <a:t>, </a:t>
            </a:r>
            <a:r>
              <a:rPr lang="pt-PT" dirty="0" err="1"/>
              <a:t>where</a:t>
            </a:r>
            <a:r>
              <a:rPr lang="pt-PT" dirty="0"/>
              <a:t> I </a:t>
            </a:r>
            <a:r>
              <a:rPr lang="pt-PT" dirty="0" err="1"/>
              <a:t>cloned</a:t>
            </a:r>
            <a:r>
              <a:rPr lang="pt-PT" dirty="0"/>
              <a:t> </a:t>
            </a:r>
            <a:r>
              <a:rPr lang="pt-PT" dirty="0" err="1"/>
              <a:t>the</a:t>
            </a:r>
            <a:r>
              <a:rPr lang="pt-PT" dirty="0"/>
              <a:t> Rocket </a:t>
            </a:r>
            <a:r>
              <a:rPr lang="pt-PT" dirty="0" err="1"/>
              <a:t>template</a:t>
            </a:r>
            <a:r>
              <a:rPr lang="pt-PT" dirty="0"/>
              <a:t> </a:t>
            </a:r>
            <a:r>
              <a:rPr lang="pt-PT" dirty="0" err="1"/>
              <a:t>and</a:t>
            </a:r>
            <a:r>
              <a:rPr lang="pt-PT" dirty="0"/>
              <a:t> </a:t>
            </a:r>
            <a:r>
              <a:rPr lang="pt-PT" dirty="0" err="1"/>
              <a:t>modified</a:t>
            </a:r>
            <a:r>
              <a:rPr lang="pt-PT" dirty="0"/>
              <a:t> </a:t>
            </a:r>
            <a:r>
              <a:rPr lang="pt-PT" dirty="0" err="1"/>
              <a:t>it</a:t>
            </a:r>
            <a:r>
              <a:rPr lang="pt-PT" dirty="0"/>
              <a:t> to match </a:t>
            </a:r>
            <a:r>
              <a:rPr lang="pt-PT" dirty="0" err="1"/>
              <a:t>Figma</a:t>
            </a:r>
            <a:r>
              <a:rPr lang="pt-PT" dirty="0"/>
              <a:t>, </a:t>
            </a:r>
            <a:r>
              <a:rPr lang="pt-PT" dirty="0" err="1"/>
              <a:t>applying</a:t>
            </a:r>
            <a:r>
              <a:rPr lang="pt-PT" dirty="0"/>
              <a:t> </a:t>
            </a:r>
            <a:r>
              <a:rPr lang="pt-PT" dirty="0" err="1"/>
              <a:t>styles</a:t>
            </a:r>
            <a:r>
              <a:rPr lang="pt-PT" dirty="0"/>
              <a:t> </a:t>
            </a:r>
            <a:r>
              <a:rPr lang="pt-PT" dirty="0" err="1"/>
              <a:t>so</a:t>
            </a:r>
            <a:r>
              <a:rPr lang="pt-PT" dirty="0"/>
              <a:t> </a:t>
            </a:r>
            <a:r>
              <a:rPr lang="pt-PT" dirty="0" err="1"/>
              <a:t>that</a:t>
            </a:r>
            <a:r>
              <a:rPr lang="pt-PT" dirty="0"/>
              <a:t> </a:t>
            </a:r>
            <a:r>
              <a:rPr lang="pt-PT" dirty="0" err="1"/>
              <a:t>when</a:t>
            </a:r>
            <a:r>
              <a:rPr lang="pt-PT" dirty="0"/>
              <a:t> a </a:t>
            </a:r>
            <a:r>
              <a:rPr lang="pt-PT" dirty="0" err="1"/>
              <a:t>developer</a:t>
            </a:r>
            <a:r>
              <a:rPr lang="pt-PT" dirty="0"/>
              <a:t> drags a </a:t>
            </a:r>
            <a:r>
              <a:rPr lang="pt-PT" dirty="0" err="1"/>
              <a:t>widget</a:t>
            </a:r>
            <a:r>
              <a:rPr lang="pt-PT" dirty="0"/>
              <a:t> </a:t>
            </a:r>
            <a:r>
              <a:rPr lang="pt-PT" dirty="0" err="1"/>
              <a:t>into</a:t>
            </a:r>
            <a:r>
              <a:rPr lang="pt-PT" dirty="0"/>
              <a:t> </a:t>
            </a:r>
            <a:r>
              <a:rPr lang="pt-PT" dirty="0" err="1"/>
              <a:t>it</a:t>
            </a:r>
            <a:r>
              <a:rPr lang="pt-PT" dirty="0"/>
              <a:t>, </a:t>
            </a:r>
            <a:r>
              <a:rPr lang="pt-PT" dirty="0" err="1"/>
              <a:t>it</a:t>
            </a:r>
            <a:r>
              <a:rPr lang="pt-PT" dirty="0"/>
              <a:t> </a:t>
            </a:r>
            <a:r>
              <a:rPr lang="pt-PT" dirty="0" err="1"/>
              <a:t>would</a:t>
            </a:r>
            <a:r>
              <a:rPr lang="pt-PT" dirty="0"/>
              <a:t> </a:t>
            </a:r>
            <a:r>
              <a:rPr lang="pt-PT" dirty="0" err="1"/>
              <a:t>be</a:t>
            </a:r>
            <a:r>
              <a:rPr lang="pt-PT" dirty="0"/>
              <a:t> </a:t>
            </a:r>
            <a:r>
              <a:rPr lang="pt-PT" dirty="0" err="1"/>
              <a:t>immediately</a:t>
            </a:r>
            <a:r>
              <a:rPr lang="pt-PT" dirty="0"/>
              <a:t> </a:t>
            </a:r>
            <a:r>
              <a:rPr lang="pt-PT" dirty="0" err="1"/>
              <a:t>positioned</a:t>
            </a:r>
            <a:r>
              <a:rPr lang="pt-PT" dirty="0"/>
              <a:t> in </a:t>
            </a: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right</a:t>
            </a:r>
            <a:r>
              <a:rPr lang="pt-PT" dirty="0"/>
              <a:t> </a:t>
            </a:r>
            <a:r>
              <a:rPr lang="pt-PT" dirty="0" err="1"/>
              <a:t>place</a:t>
            </a:r>
            <a:r>
              <a:rPr lang="pt-PT" dirty="0"/>
              <a:t> </a:t>
            </a:r>
            <a:r>
              <a:rPr lang="pt-PT" dirty="0" err="1"/>
              <a:t>with</a:t>
            </a:r>
            <a:r>
              <a:rPr lang="pt-PT" dirty="0"/>
              <a:t> </a:t>
            </a: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correct</a:t>
            </a:r>
            <a:r>
              <a:rPr lang="pt-PT" dirty="0"/>
              <a:t> </a:t>
            </a:r>
            <a:r>
              <a:rPr lang="pt-PT" dirty="0" err="1"/>
              <a:t>spacing</a:t>
            </a:r>
            <a:r>
              <a:rPr lang="pt-PT" dirty="0"/>
              <a:t> </a:t>
            </a:r>
            <a:r>
              <a:rPr lang="pt-PT" dirty="0" err="1"/>
              <a:t>and</a:t>
            </a:r>
            <a:r>
              <a:rPr lang="pt-PT" dirty="0"/>
              <a:t> </a:t>
            </a:r>
            <a:r>
              <a:rPr lang="pt-PT" dirty="0" err="1"/>
              <a:t>alignment</a:t>
            </a:r>
            <a:r>
              <a:rPr lang="pt-PT" dirty="0"/>
              <a:t>. </a:t>
            </a:r>
            <a:r>
              <a:rPr lang="pt-PT" dirty="0" err="1"/>
              <a:t>Here</a:t>
            </a:r>
            <a:r>
              <a:rPr lang="pt-PT" dirty="0"/>
              <a:t> are some </a:t>
            </a:r>
            <a:r>
              <a:rPr lang="pt-PT" dirty="0" err="1"/>
              <a:t>examples</a:t>
            </a:r>
            <a:r>
              <a:rPr lang="pt-PT" dirty="0"/>
              <a:t> </a:t>
            </a:r>
            <a:r>
              <a:rPr lang="pt-PT" dirty="0" err="1"/>
              <a:t>of</a:t>
            </a:r>
            <a:r>
              <a:rPr lang="pt-PT" dirty="0"/>
              <a:t> </a:t>
            </a:r>
            <a:r>
              <a:rPr lang="pt-PT" dirty="0" err="1"/>
              <a:t>their</a:t>
            </a:r>
            <a:r>
              <a:rPr lang="pt-PT" dirty="0"/>
              <a:t> </a:t>
            </a:r>
            <a:r>
              <a:rPr lang="pt-PT" dirty="0" err="1"/>
              <a:t>widget</a:t>
            </a:r>
            <a:r>
              <a:rPr lang="pt-PT" dirty="0"/>
              <a:t> </a:t>
            </a:r>
            <a:r>
              <a:rPr lang="pt-PT" dirty="0" err="1"/>
              <a:t>trees</a:t>
            </a:r>
            <a:r>
              <a:rPr lang="pt-PT" dirty="0"/>
              <a:t>:</a:t>
            </a:r>
          </a:p>
          <a:p>
            <a:pPr marL="0" indent="0">
              <a:buNone/>
            </a:pPr>
            <a:br>
              <a:rPr lang="pt-PT" dirty="0"/>
            </a:br>
            <a:endParaRPr lang="pt-PT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63314B6-7FDD-811B-E764-F5F9A2CDA4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1942" y="719455"/>
            <a:ext cx="2263215" cy="2596557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7AB7C5C-C091-4C25-B1BD-93E2F6948C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8546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m 4">
            <a:extLst>
              <a:ext uri="{FF2B5EF4-FFF2-40B4-BE49-F238E27FC236}">
                <a16:creationId xmlns:a16="http://schemas.microsoft.com/office/drawing/2014/main" id="{2D728CC2-4AC9-3D22-5CC6-74041056C2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6232" y="3602695"/>
            <a:ext cx="3494635" cy="2535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3492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6B3CA38D-7BB0-4D35-BE00-0F48766027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268F757-0522-B53B-82E0-A6CF16A2E5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3218"/>
            <a:ext cx="10691265" cy="1371030"/>
          </a:xfrm>
        </p:spPr>
        <p:txBody>
          <a:bodyPr>
            <a:normAutofit/>
          </a:bodyPr>
          <a:lstStyle/>
          <a:p>
            <a:r>
              <a:rPr lang="pt-PT" dirty="0" err="1"/>
              <a:t>Assembly</a:t>
            </a:r>
            <a:endParaRPr lang="pt-PT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0EB1ABBC-0785-5FD1-6896-7981D7669E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2221992"/>
            <a:ext cx="10691265" cy="3739896"/>
          </a:xfrm>
        </p:spPr>
        <p:txBody>
          <a:bodyPr>
            <a:normAutofit/>
          </a:bodyPr>
          <a:lstStyle/>
          <a:p>
            <a:r>
              <a:rPr lang="pt-PT" dirty="0"/>
              <a:t>In </a:t>
            </a:r>
            <a:r>
              <a:rPr lang="pt-PT" dirty="0" err="1"/>
              <a:t>addition</a:t>
            </a:r>
            <a:r>
              <a:rPr lang="pt-PT" dirty="0"/>
              <a:t> to </a:t>
            </a: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widgets</a:t>
            </a:r>
            <a:r>
              <a:rPr lang="pt-PT" dirty="0"/>
              <a:t> I </a:t>
            </a:r>
            <a:r>
              <a:rPr lang="pt-PT" dirty="0" err="1"/>
              <a:t>created</a:t>
            </a:r>
            <a:r>
              <a:rPr lang="pt-PT" dirty="0"/>
              <a:t>, </a:t>
            </a:r>
            <a:r>
              <a:rPr lang="pt-PT" dirty="0" err="1"/>
              <a:t>there</a:t>
            </a:r>
            <a:r>
              <a:rPr lang="pt-PT" dirty="0"/>
              <a:t> </a:t>
            </a:r>
            <a:r>
              <a:rPr lang="pt-PT" dirty="0" err="1"/>
              <a:t>were</a:t>
            </a:r>
            <a:r>
              <a:rPr lang="pt-PT" dirty="0"/>
              <a:t> a </a:t>
            </a:r>
            <a:r>
              <a:rPr lang="pt-PT" dirty="0" err="1"/>
              <a:t>few</a:t>
            </a:r>
            <a:r>
              <a:rPr lang="pt-PT" dirty="0"/>
              <a:t> </a:t>
            </a:r>
            <a:r>
              <a:rPr lang="pt-PT" dirty="0" err="1"/>
              <a:t>others</a:t>
            </a:r>
            <a:r>
              <a:rPr lang="pt-PT" dirty="0"/>
              <a:t> </a:t>
            </a:r>
            <a:r>
              <a:rPr lang="pt-PT" dirty="0" err="1"/>
              <a:t>that</a:t>
            </a:r>
            <a:r>
              <a:rPr lang="pt-PT" dirty="0"/>
              <a:t> </a:t>
            </a:r>
            <a:r>
              <a:rPr lang="pt-PT" dirty="0" err="1"/>
              <a:t>weren’t</a:t>
            </a:r>
            <a:r>
              <a:rPr lang="pt-PT" dirty="0"/>
              <a:t> in </a:t>
            </a: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style</a:t>
            </a:r>
            <a:r>
              <a:rPr lang="pt-PT" dirty="0"/>
              <a:t> </a:t>
            </a:r>
            <a:r>
              <a:rPr lang="pt-PT" dirty="0" err="1"/>
              <a:t>guide</a:t>
            </a:r>
            <a:r>
              <a:rPr lang="pt-PT" dirty="0"/>
              <a:t>, </a:t>
            </a:r>
            <a:r>
              <a:rPr lang="pt-PT" dirty="0" err="1"/>
              <a:t>so</a:t>
            </a:r>
            <a:r>
              <a:rPr lang="pt-PT" dirty="0"/>
              <a:t> I </a:t>
            </a:r>
            <a:r>
              <a:rPr lang="pt-PT" dirty="0" err="1"/>
              <a:t>ended</a:t>
            </a:r>
            <a:r>
              <a:rPr lang="pt-PT" dirty="0"/>
              <a:t> </a:t>
            </a:r>
            <a:r>
              <a:rPr lang="pt-PT" dirty="0" err="1"/>
              <a:t>up</a:t>
            </a:r>
            <a:r>
              <a:rPr lang="pt-PT" dirty="0"/>
              <a:t> </a:t>
            </a:r>
            <a:r>
              <a:rPr lang="pt-PT" dirty="0" err="1"/>
              <a:t>having</a:t>
            </a:r>
            <a:r>
              <a:rPr lang="pt-PT" dirty="0"/>
              <a:t> to </a:t>
            </a:r>
            <a:r>
              <a:rPr lang="pt-PT" dirty="0" err="1"/>
              <a:t>style</a:t>
            </a:r>
            <a:r>
              <a:rPr lang="pt-PT" dirty="0"/>
              <a:t> a </a:t>
            </a:r>
            <a:r>
              <a:rPr lang="pt-PT" dirty="0" err="1"/>
              <a:t>few</a:t>
            </a:r>
            <a:r>
              <a:rPr lang="pt-PT" dirty="0"/>
              <a:t> more, </a:t>
            </a:r>
            <a:r>
              <a:rPr lang="pt-PT" dirty="0" err="1"/>
              <a:t>and</a:t>
            </a:r>
            <a:r>
              <a:rPr lang="pt-PT" dirty="0"/>
              <a:t> I </a:t>
            </a:r>
            <a:r>
              <a:rPr lang="pt-PT" dirty="0" err="1"/>
              <a:t>tested</a:t>
            </a:r>
            <a:r>
              <a:rPr lang="pt-PT" dirty="0"/>
              <a:t> </a:t>
            </a:r>
            <a:r>
              <a:rPr lang="pt-PT" dirty="0" err="1"/>
              <a:t>the</a:t>
            </a:r>
            <a:r>
              <a:rPr lang="pt-PT" dirty="0"/>
              <a:t> layouts to </a:t>
            </a:r>
            <a:r>
              <a:rPr lang="pt-PT" dirty="0" err="1"/>
              <a:t>make</a:t>
            </a:r>
            <a:r>
              <a:rPr lang="pt-PT" dirty="0"/>
              <a:t> </a:t>
            </a:r>
            <a:r>
              <a:rPr lang="pt-PT" dirty="0" err="1"/>
              <a:t>sure</a:t>
            </a:r>
            <a:r>
              <a:rPr lang="pt-PT" dirty="0"/>
              <a:t> </a:t>
            </a:r>
            <a:r>
              <a:rPr lang="pt-PT" dirty="0" err="1"/>
              <a:t>everything</a:t>
            </a:r>
            <a:r>
              <a:rPr lang="pt-PT" dirty="0"/>
              <a:t> </a:t>
            </a:r>
            <a:r>
              <a:rPr lang="pt-PT" dirty="0" err="1"/>
              <a:t>fit</a:t>
            </a:r>
            <a:r>
              <a:rPr lang="pt-PT" dirty="0"/>
              <a:t> </a:t>
            </a:r>
            <a:r>
              <a:rPr lang="pt-PT" dirty="0" err="1"/>
              <a:t>properly</a:t>
            </a:r>
            <a:r>
              <a:rPr lang="pt-PT" dirty="0"/>
              <a:t> </a:t>
            </a:r>
            <a:r>
              <a:rPr lang="pt-PT" dirty="0" err="1"/>
              <a:t>and</a:t>
            </a:r>
            <a:r>
              <a:rPr lang="pt-PT" dirty="0"/>
              <a:t> </a:t>
            </a:r>
            <a:r>
              <a:rPr lang="pt-PT" dirty="0" err="1"/>
              <a:t>didn’t</a:t>
            </a:r>
            <a:r>
              <a:rPr lang="pt-PT" dirty="0"/>
              <a:t> take </a:t>
            </a:r>
            <a:r>
              <a:rPr lang="pt-PT" dirty="0" err="1"/>
              <a:t>up</a:t>
            </a:r>
            <a:r>
              <a:rPr lang="pt-PT" dirty="0"/>
              <a:t> </a:t>
            </a:r>
            <a:r>
              <a:rPr lang="pt-PT" dirty="0" err="1"/>
              <a:t>empty</a:t>
            </a:r>
            <a:r>
              <a:rPr lang="pt-PT" dirty="0"/>
              <a:t> </a:t>
            </a:r>
            <a:r>
              <a:rPr lang="pt-PT" dirty="0" err="1"/>
              <a:t>space</a:t>
            </a:r>
            <a:r>
              <a:rPr lang="pt-PT" dirty="0"/>
              <a:t>. </a:t>
            </a:r>
          </a:p>
          <a:p>
            <a:r>
              <a:rPr lang="pt-PT" dirty="0"/>
              <a:t>For </a:t>
            </a:r>
            <a:r>
              <a:rPr lang="pt-PT" dirty="0" err="1"/>
              <a:t>example</a:t>
            </a:r>
            <a:r>
              <a:rPr lang="pt-PT" dirty="0"/>
              <a:t>, some </a:t>
            </a:r>
            <a:r>
              <a:rPr lang="pt-PT" dirty="0" err="1"/>
              <a:t>buttons</a:t>
            </a:r>
            <a:r>
              <a:rPr lang="pt-PT" dirty="0"/>
              <a:t> </a:t>
            </a:r>
            <a:r>
              <a:rPr lang="pt-PT" dirty="0" err="1"/>
              <a:t>and</a:t>
            </a:r>
            <a:r>
              <a:rPr lang="pt-PT" dirty="0"/>
              <a:t> </a:t>
            </a: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breadcrumbs</a:t>
            </a:r>
            <a:r>
              <a:rPr lang="pt-PT" dirty="0"/>
              <a:t>.</a:t>
            </a:r>
          </a:p>
          <a:p>
            <a:pPr marL="0" indent="0">
              <a:buNone/>
            </a:pPr>
            <a:br>
              <a:rPr lang="pt-PT" dirty="0"/>
            </a:br>
            <a:endParaRPr lang="pt-PT" dirty="0"/>
          </a:p>
          <a:p>
            <a:endParaRPr lang="pt-PT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514FD1B-A0BF-4C73-A68E-4B1F7299F6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8B100A6-1EBC-40AB-BB7E-26807F3CFC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85684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509C0B7-F236-2D8B-D6CC-B89E0D30F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04729"/>
            <a:ext cx="4206240" cy="1821525"/>
          </a:xfrm>
        </p:spPr>
        <p:txBody>
          <a:bodyPr>
            <a:normAutofit/>
          </a:bodyPr>
          <a:lstStyle/>
          <a:p>
            <a:r>
              <a:rPr lang="pt-PT" dirty="0" err="1"/>
              <a:t>Assembly</a:t>
            </a:r>
            <a:endParaRPr lang="pt-PT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19EF34C-5622-413F-9C9F-AC937E306E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B3F11D30-E39B-7D9E-A397-F0A9F3617D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3974" y="952368"/>
            <a:ext cx="6418727" cy="1773893"/>
          </a:xfrm>
        </p:spPr>
        <p:txBody>
          <a:bodyPr>
            <a:normAutofit fontScale="92500"/>
          </a:bodyPr>
          <a:lstStyle/>
          <a:p>
            <a:r>
              <a:rPr lang="pt-PT" sz="1400" dirty="0" err="1"/>
              <a:t>We</a:t>
            </a:r>
            <a:r>
              <a:rPr lang="pt-PT" sz="1400" dirty="0"/>
              <a:t> </a:t>
            </a:r>
            <a:r>
              <a:rPr lang="pt-PT" sz="1400" dirty="0" err="1"/>
              <a:t>moved</a:t>
            </a:r>
            <a:r>
              <a:rPr lang="pt-PT" sz="1400" dirty="0"/>
              <a:t> </a:t>
            </a:r>
            <a:r>
              <a:rPr lang="pt-PT" sz="1400" dirty="0" err="1"/>
              <a:t>on</a:t>
            </a:r>
            <a:r>
              <a:rPr lang="pt-PT" sz="1400" dirty="0"/>
              <a:t> to </a:t>
            </a:r>
            <a:r>
              <a:rPr lang="pt-PT" sz="1400" dirty="0" err="1"/>
              <a:t>creating</a:t>
            </a:r>
            <a:r>
              <a:rPr lang="pt-PT" sz="1400" dirty="0"/>
              <a:t> </a:t>
            </a:r>
            <a:r>
              <a:rPr lang="pt-PT" sz="1400" dirty="0" err="1"/>
              <a:t>the</a:t>
            </a:r>
            <a:r>
              <a:rPr lang="pt-PT" sz="1400" dirty="0"/>
              <a:t> </a:t>
            </a:r>
            <a:r>
              <a:rPr lang="pt-PT" sz="1400" dirty="0" err="1"/>
              <a:t>patterns</a:t>
            </a:r>
            <a:r>
              <a:rPr lang="pt-PT" sz="1400" dirty="0"/>
              <a:t>. </a:t>
            </a:r>
            <a:r>
              <a:rPr lang="pt-PT" sz="1400" dirty="0" err="1"/>
              <a:t>What</a:t>
            </a:r>
            <a:r>
              <a:rPr lang="pt-PT" sz="1400" dirty="0"/>
              <a:t> </a:t>
            </a:r>
            <a:r>
              <a:rPr lang="pt-PT" sz="1400" dirty="0" err="1"/>
              <a:t>gave</a:t>
            </a:r>
            <a:r>
              <a:rPr lang="pt-PT" sz="1400" dirty="0"/>
              <a:t> me </a:t>
            </a:r>
            <a:r>
              <a:rPr lang="pt-PT" sz="1400" dirty="0" err="1"/>
              <a:t>the</a:t>
            </a:r>
            <a:r>
              <a:rPr lang="pt-PT" sz="1400" dirty="0"/>
              <a:t> </a:t>
            </a:r>
            <a:r>
              <a:rPr lang="pt-PT" sz="1400" dirty="0" err="1"/>
              <a:t>most</a:t>
            </a:r>
            <a:r>
              <a:rPr lang="pt-PT" sz="1400" dirty="0"/>
              <a:t> </a:t>
            </a:r>
            <a:r>
              <a:rPr lang="pt-PT" sz="1400" dirty="0" err="1"/>
              <a:t>trouble</a:t>
            </a:r>
            <a:r>
              <a:rPr lang="pt-PT" sz="1400" dirty="0"/>
              <a:t> </a:t>
            </a:r>
            <a:r>
              <a:rPr lang="pt-PT" sz="1400" dirty="0" err="1"/>
              <a:t>at</a:t>
            </a:r>
            <a:r>
              <a:rPr lang="pt-PT" sz="1400" dirty="0"/>
              <a:t> </a:t>
            </a:r>
            <a:r>
              <a:rPr lang="pt-PT" sz="1400" dirty="0" err="1"/>
              <a:t>the</a:t>
            </a:r>
            <a:r>
              <a:rPr lang="pt-PT" sz="1400" dirty="0"/>
              <a:t> time </a:t>
            </a:r>
            <a:r>
              <a:rPr lang="pt-PT" sz="1400" dirty="0" err="1"/>
              <a:t>was</a:t>
            </a:r>
            <a:r>
              <a:rPr lang="pt-PT" sz="1400" dirty="0"/>
              <a:t> </a:t>
            </a:r>
            <a:r>
              <a:rPr lang="pt-PT" sz="1400" dirty="0" err="1"/>
              <a:t>the</a:t>
            </a:r>
            <a:r>
              <a:rPr lang="pt-PT" sz="1400" dirty="0"/>
              <a:t> </a:t>
            </a:r>
            <a:r>
              <a:rPr lang="pt-PT" sz="1400" dirty="0" err="1"/>
              <a:t>card</a:t>
            </a:r>
            <a:r>
              <a:rPr lang="pt-PT" sz="1400" dirty="0"/>
              <a:t>, </a:t>
            </a:r>
            <a:r>
              <a:rPr lang="pt-PT" sz="1400" dirty="0" err="1"/>
              <a:t>because</a:t>
            </a:r>
            <a:r>
              <a:rPr lang="pt-PT" sz="1400" dirty="0"/>
              <a:t> </a:t>
            </a:r>
            <a:r>
              <a:rPr lang="pt-PT" sz="1400" dirty="0" err="1"/>
              <a:t>there</a:t>
            </a:r>
            <a:r>
              <a:rPr lang="pt-PT" sz="1400" dirty="0"/>
              <a:t> are </a:t>
            </a:r>
            <a:r>
              <a:rPr lang="pt-PT" sz="1400" dirty="0" err="1"/>
              <a:t>two</a:t>
            </a:r>
            <a:r>
              <a:rPr lang="pt-PT" sz="1400" dirty="0"/>
              <a:t> </a:t>
            </a:r>
            <a:r>
              <a:rPr lang="pt-PT" sz="1400" dirty="0" err="1"/>
              <a:t>cards</a:t>
            </a:r>
            <a:r>
              <a:rPr lang="pt-PT" sz="1400" dirty="0"/>
              <a:t> in </a:t>
            </a:r>
            <a:r>
              <a:rPr lang="pt-PT" sz="1400" dirty="0" err="1"/>
              <a:t>the</a:t>
            </a:r>
            <a:r>
              <a:rPr lang="pt-PT" sz="1400" dirty="0"/>
              <a:t> </a:t>
            </a:r>
            <a:r>
              <a:rPr lang="pt-PT" sz="1400" dirty="0" err="1"/>
              <a:t>project</a:t>
            </a:r>
            <a:r>
              <a:rPr lang="pt-PT" sz="1400" dirty="0"/>
              <a:t>, </a:t>
            </a:r>
            <a:r>
              <a:rPr lang="pt-PT" sz="1400" dirty="0" err="1"/>
              <a:t>and</a:t>
            </a:r>
            <a:r>
              <a:rPr lang="pt-PT" sz="1400" dirty="0"/>
              <a:t> </a:t>
            </a:r>
            <a:r>
              <a:rPr lang="pt-PT" sz="1400" dirty="0" err="1"/>
              <a:t>with</a:t>
            </a:r>
            <a:r>
              <a:rPr lang="pt-PT" sz="1400" dirty="0"/>
              <a:t> </a:t>
            </a:r>
            <a:r>
              <a:rPr lang="pt-PT" sz="1400" dirty="0" err="1"/>
              <a:t>only</a:t>
            </a:r>
            <a:r>
              <a:rPr lang="pt-PT" sz="1400" dirty="0"/>
              <a:t> </a:t>
            </a:r>
            <a:r>
              <a:rPr lang="pt-PT" sz="1400" dirty="0" err="1"/>
              <a:t>three</a:t>
            </a:r>
            <a:r>
              <a:rPr lang="pt-PT" sz="1400" dirty="0"/>
              <a:t> </a:t>
            </a:r>
            <a:r>
              <a:rPr lang="pt-PT" sz="1400" dirty="0" err="1"/>
              <a:t>placeholders</a:t>
            </a:r>
            <a:r>
              <a:rPr lang="pt-PT" sz="1400" dirty="0"/>
              <a:t>, I </a:t>
            </a:r>
            <a:r>
              <a:rPr lang="pt-PT" sz="1400" dirty="0" err="1"/>
              <a:t>wanted</a:t>
            </a:r>
            <a:r>
              <a:rPr lang="pt-PT" sz="1400" dirty="0"/>
              <a:t> to </a:t>
            </a:r>
            <a:r>
              <a:rPr lang="pt-PT" sz="1400" dirty="0" err="1"/>
              <a:t>make</a:t>
            </a:r>
            <a:r>
              <a:rPr lang="pt-PT" sz="1400" dirty="0"/>
              <a:t> a single </a:t>
            </a:r>
            <a:r>
              <a:rPr lang="pt-PT" sz="1400" dirty="0" err="1"/>
              <a:t>pattern</a:t>
            </a:r>
            <a:r>
              <a:rPr lang="pt-PT" sz="1400" dirty="0"/>
              <a:t> </a:t>
            </a:r>
            <a:r>
              <a:rPr lang="pt-PT" sz="1400" dirty="0" err="1"/>
              <a:t>work</a:t>
            </a:r>
            <a:r>
              <a:rPr lang="pt-PT" sz="1400" dirty="0"/>
              <a:t> for </a:t>
            </a:r>
            <a:r>
              <a:rPr lang="pt-PT" sz="1400" dirty="0" err="1"/>
              <a:t>both</a:t>
            </a:r>
            <a:r>
              <a:rPr lang="pt-PT" sz="1400" dirty="0"/>
              <a:t> </a:t>
            </a:r>
            <a:r>
              <a:rPr lang="pt-PT" sz="1400" dirty="0" err="1"/>
              <a:t>cards</a:t>
            </a:r>
            <a:r>
              <a:rPr lang="pt-PT" sz="1400" dirty="0"/>
              <a:t>—</a:t>
            </a:r>
            <a:r>
              <a:rPr lang="pt-PT" sz="1400" dirty="0" err="1"/>
              <a:t>which</a:t>
            </a:r>
            <a:r>
              <a:rPr lang="pt-PT" sz="1400" dirty="0"/>
              <a:t> </a:t>
            </a:r>
            <a:r>
              <a:rPr lang="pt-PT" sz="1400" dirty="0" err="1"/>
              <a:t>was</a:t>
            </a:r>
            <a:r>
              <a:rPr lang="pt-PT" sz="1400" dirty="0"/>
              <a:t> </a:t>
            </a:r>
            <a:r>
              <a:rPr lang="pt-PT" sz="1400" dirty="0" err="1"/>
              <a:t>going</a:t>
            </a:r>
            <a:r>
              <a:rPr lang="pt-PT" sz="1400" dirty="0"/>
              <a:t> to </a:t>
            </a:r>
            <a:r>
              <a:rPr lang="pt-PT" sz="1400" dirty="0" err="1"/>
              <a:t>be</a:t>
            </a:r>
            <a:r>
              <a:rPr lang="pt-PT" sz="1400" dirty="0"/>
              <a:t> </a:t>
            </a:r>
            <a:r>
              <a:rPr lang="pt-PT" sz="1400" dirty="0" err="1"/>
              <a:t>very</a:t>
            </a:r>
            <a:r>
              <a:rPr lang="pt-PT" sz="1400" dirty="0"/>
              <a:t> </a:t>
            </a:r>
            <a:r>
              <a:rPr lang="pt-PT" sz="1400" dirty="0" err="1"/>
              <a:t>difficult</a:t>
            </a:r>
            <a:r>
              <a:rPr lang="pt-PT" sz="1400" dirty="0"/>
              <a:t>. </a:t>
            </a:r>
            <a:r>
              <a:rPr lang="pt-PT" sz="1400" dirty="0" err="1"/>
              <a:t>It</a:t>
            </a:r>
            <a:r>
              <a:rPr lang="pt-PT" sz="1400" dirty="0"/>
              <a:t> </a:t>
            </a:r>
            <a:r>
              <a:rPr lang="pt-PT" sz="1400" dirty="0" err="1"/>
              <a:t>actually</a:t>
            </a:r>
            <a:r>
              <a:rPr lang="pt-PT" sz="1400" dirty="0"/>
              <a:t> </a:t>
            </a:r>
            <a:r>
              <a:rPr lang="pt-PT" sz="1400" dirty="0" err="1"/>
              <a:t>worked</a:t>
            </a:r>
            <a:r>
              <a:rPr lang="pt-PT" sz="1400" dirty="0"/>
              <a:t>, </a:t>
            </a:r>
            <a:r>
              <a:rPr lang="pt-PT" sz="1400" dirty="0" err="1"/>
              <a:t>but</a:t>
            </a:r>
            <a:r>
              <a:rPr lang="pt-PT" sz="1400" dirty="0"/>
              <a:t> </a:t>
            </a:r>
            <a:r>
              <a:rPr lang="pt-PT" sz="1400" dirty="0" err="1"/>
              <a:t>the</a:t>
            </a:r>
            <a:r>
              <a:rPr lang="pt-PT" sz="1400" dirty="0"/>
              <a:t> </a:t>
            </a:r>
            <a:r>
              <a:rPr lang="pt-PT" sz="1400" dirty="0" err="1"/>
              <a:t>content</a:t>
            </a:r>
            <a:r>
              <a:rPr lang="pt-PT" sz="1400" dirty="0"/>
              <a:t> </a:t>
            </a:r>
            <a:r>
              <a:rPr lang="pt-PT" sz="1400" dirty="0" err="1"/>
              <a:t>didn’t</a:t>
            </a:r>
            <a:r>
              <a:rPr lang="pt-PT" sz="1400" dirty="0"/>
              <a:t> </a:t>
            </a:r>
            <a:r>
              <a:rPr lang="pt-PT" sz="1400" dirty="0" err="1"/>
              <a:t>end</a:t>
            </a:r>
            <a:r>
              <a:rPr lang="pt-PT" sz="1400" dirty="0"/>
              <a:t> </a:t>
            </a:r>
            <a:r>
              <a:rPr lang="pt-PT" sz="1400" dirty="0" err="1"/>
              <a:t>up</a:t>
            </a:r>
            <a:r>
              <a:rPr lang="pt-PT" sz="1400" dirty="0"/>
              <a:t> in </a:t>
            </a:r>
            <a:r>
              <a:rPr lang="pt-PT" sz="1400" dirty="0" err="1"/>
              <a:t>the</a:t>
            </a:r>
            <a:r>
              <a:rPr lang="pt-PT" sz="1400" dirty="0"/>
              <a:t> </a:t>
            </a:r>
            <a:r>
              <a:rPr lang="pt-PT" sz="1400" dirty="0" err="1"/>
              <a:t>right</a:t>
            </a:r>
            <a:r>
              <a:rPr lang="pt-PT" sz="1400" dirty="0"/>
              <a:t> </a:t>
            </a:r>
            <a:r>
              <a:rPr lang="pt-PT" sz="1400" dirty="0" err="1"/>
              <a:t>place</a:t>
            </a:r>
            <a:r>
              <a:rPr lang="pt-PT" sz="1400" dirty="0"/>
              <a:t>. I </a:t>
            </a:r>
            <a:r>
              <a:rPr lang="pt-PT" sz="1400" dirty="0" err="1"/>
              <a:t>ended</a:t>
            </a:r>
            <a:r>
              <a:rPr lang="pt-PT" sz="1400" dirty="0"/>
              <a:t> </a:t>
            </a:r>
            <a:r>
              <a:rPr lang="pt-PT" sz="1400" dirty="0" err="1"/>
              <a:t>up</a:t>
            </a:r>
            <a:r>
              <a:rPr lang="pt-PT" sz="1400" dirty="0"/>
              <a:t> </a:t>
            </a:r>
            <a:r>
              <a:rPr lang="pt-PT" sz="1400" dirty="0" err="1"/>
              <a:t>creating</a:t>
            </a:r>
            <a:r>
              <a:rPr lang="pt-PT" sz="1400" dirty="0"/>
              <a:t> more </a:t>
            </a:r>
            <a:r>
              <a:rPr lang="pt-PT" sz="1400" dirty="0" err="1"/>
              <a:t>placeholders</a:t>
            </a:r>
            <a:r>
              <a:rPr lang="pt-PT" sz="1400" dirty="0"/>
              <a:t>, as </a:t>
            </a:r>
            <a:r>
              <a:rPr lang="pt-PT" sz="1400" dirty="0" err="1"/>
              <a:t>expected</a:t>
            </a:r>
            <a:r>
              <a:rPr lang="pt-PT" sz="1400" dirty="0"/>
              <a:t>, </a:t>
            </a:r>
            <a:r>
              <a:rPr lang="pt-PT" sz="1400" dirty="0" err="1"/>
              <a:t>styled</a:t>
            </a:r>
            <a:r>
              <a:rPr lang="pt-PT" sz="1400" dirty="0"/>
              <a:t> </a:t>
            </a:r>
            <a:r>
              <a:rPr lang="pt-PT" sz="1400" dirty="0" err="1"/>
              <a:t>them</a:t>
            </a:r>
            <a:r>
              <a:rPr lang="pt-PT" sz="1400" dirty="0"/>
              <a:t>, </a:t>
            </a:r>
            <a:r>
              <a:rPr lang="pt-PT" sz="1400" dirty="0" err="1"/>
              <a:t>and</a:t>
            </a:r>
            <a:r>
              <a:rPr lang="pt-PT" sz="1400" dirty="0"/>
              <a:t> </a:t>
            </a:r>
            <a:r>
              <a:rPr lang="pt-PT" sz="1400" dirty="0" err="1"/>
              <a:t>eventually</a:t>
            </a:r>
            <a:r>
              <a:rPr lang="pt-PT" sz="1400" dirty="0"/>
              <a:t> </a:t>
            </a:r>
            <a:r>
              <a:rPr lang="pt-PT" sz="1400" dirty="0" err="1"/>
              <a:t>created</a:t>
            </a:r>
            <a:r>
              <a:rPr lang="pt-PT" sz="1400" dirty="0"/>
              <a:t> input </a:t>
            </a:r>
            <a:r>
              <a:rPr lang="pt-PT" sz="1400" dirty="0" err="1"/>
              <a:t>parameters</a:t>
            </a:r>
            <a:r>
              <a:rPr lang="pt-PT" sz="1400" dirty="0"/>
              <a:t> </a:t>
            </a:r>
            <a:r>
              <a:rPr lang="pt-PT" sz="1400" dirty="0" err="1"/>
              <a:t>that</a:t>
            </a:r>
            <a:r>
              <a:rPr lang="pt-PT" sz="1400" dirty="0"/>
              <a:t> </a:t>
            </a:r>
            <a:r>
              <a:rPr lang="pt-PT" sz="1400" dirty="0" err="1"/>
              <a:t>specify</a:t>
            </a:r>
            <a:r>
              <a:rPr lang="pt-PT" sz="1400" dirty="0"/>
              <a:t> </a:t>
            </a:r>
            <a:r>
              <a:rPr lang="pt-PT" sz="1400" dirty="0" err="1"/>
              <a:t>which</a:t>
            </a:r>
            <a:r>
              <a:rPr lang="pt-PT" sz="1400" dirty="0"/>
              <a:t> </a:t>
            </a:r>
            <a:r>
              <a:rPr lang="pt-PT" sz="1400" dirty="0" err="1"/>
              <a:t>card</a:t>
            </a:r>
            <a:r>
              <a:rPr lang="pt-PT" sz="1400" dirty="0"/>
              <a:t> to use.</a:t>
            </a:r>
            <a:br>
              <a:rPr lang="pt-PT" sz="1400" dirty="0"/>
            </a:br>
            <a:endParaRPr lang="pt-PT" sz="1400" dirty="0"/>
          </a:p>
          <a:p>
            <a:pPr>
              <a:lnSpc>
                <a:spcPct val="100000"/>
              </a:lnSpc>
            </a:pPr>
            <a:endParaRPr lang="pt-PT" sz="1400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D1BB2CC-2EB8-81C9-5262-E027A57D45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" b="37486"/>
          <a:stretch>
            <a:fillRect/>
          </a:stretch>
        </p:blipFill>
        <p:spPr>
          <a:xfrm>
            <a:off x="6209623" y="3065742"/>
            <a:ext cx="5182278" cy="2737551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8549954-3C0C-48B7-9BE6-9B32C39D04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m 8">
            <a:extLst>
              <a:ext uri="{FF2B5EF4-FFF2-40B4-BE49-F238E27FC236}">
                <a16:creationId xmlns:a16="http://schemas.microsoft.com/office/drawing/2014/main" id="{4F6FFB41-9FDA-2EA4-89D4-6165019456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1" y="3382818"/>
            <a:ext cx="5182278" cy="1926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43318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8F364CA-1B4B-25FC-30F0-B8359C7C4B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4041648" cy="1928741"/>
          </a:xfrm>
        </p:spPr>
        <p:txBody>
          <a:bodyPr>
            <a:normAutofit/>
          </a:bodyPr>
          <a:lstStyle/>
          <a:p>
            <a:r>
              <a:rPr lang="en-US" dirty="0"/>
              <a:t>Assembly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Gráfico 4" descr="Monitor destaque">
            <a:extLst>
              <a:ext uri="{FF2B5EF4-FFF2-40B4-BE49-F238E27FC236}">
                <a16:creationId xmlns:a16="http://schemas.microsoft.com/office/drawing/2014/main" id="{FECE3D91-741E-FD33-0E2E-A36755B14C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4671" y="1714702"/>
            <a:ext cx="3471493" cy="3471493"/>
          </a:xfrm>
          <a:prstGeom prst="rect">
            <a:avLst/>
          </a:prstGeom>
        </p:spPr>
      </p:pic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3B07181-2836-00FB-4FCE-0D11796F36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0952" y="968377"/>
            <a:ext cx="6144768" cy="5010912"/>
          </a:xfrm>
        </p:spPr>
        <p:txBody>
          <a:bodyPr>
            <a:normAutofit/>
          </a:bodyPr>
          <a:lstStyle/>
          <a:p>
            <a:endParaRPr lang="en-US" dirty="0"/>
          </a:p>
          <a:p>
            <a:r>
              <a:rPr lang="en-US" dirty="0"/>
              <a:t>As I was putting the screens together here, I added the components I had developed and ended up finding some issues with certain components that I had to fix. In other words, I ended up not only assembling the screens but also correcting or adding styles to things I had done previously. </a:t>
            </a:r>
          </a:p>
          <a:p>
            <a:endParaRPr lang="en-US" dirty="0"/>
          </a:p>
          <a:p>
            <a:r>
              <a:rPr lang="en-US" dirty="0"/>
              <a:t>I’ll show you some examples in the following slides:</a:t>
            </a:r>
          </a:p>
          <a:p>
            <a:endParaRPr lang="en-US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E0104E4-99BC-494F-8342-F250828E57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32571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31B7A62-C2CA-3397-DAF2-6CCA1A466B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4"/>
            <a:ext cx="3076032" cy="391494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Assembly</a:t>
            </a:r>
            <a:endParaRPr lang="en-US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5664BEB6-DF3A-BC26-E0D2-72E689386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9624" y="4914199"/>
            <a:ext cx="2703583" cy="965440"/>
          </a:xfrm>
        </p:spPr>
        <p:txBody>
          <a:bodyPr vert="horz" lIns="91440" tIns="45720" rIns="91440" bIns="45720" rtlCol="0" anchor="b">
            <a:normAutofit/>
          </a:bodyPr>
          <a:lstStyle/>
          <a:p>
            <a:pPr marL="0" indent="0">
              <a:buNone/>
            </a:pPr>
            <a:r>
              <a:rPr lang="en-US" sz="1800"/>
              <a:t>Employess</a:t>
            </a:r>
            <a:r>
              <a:rPr lang="en-US" sz="1800" dirty="0"/>
              <a:t> Gallery: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Imagem 5">
            <a:extLst>
              <a:ext uri="{FF2B5EF4-FFF2-40B4-BE49-F238E27FC236}">
                <a16:creationId xmlns:a16="http://schemas.microsoft.com/office/drawing/2014/main" id="{B83EE66D-B408-D182-F82F-5F2250E84F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600" y="809389"/>
            <a:ext cx="7353299" cy="5239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4014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0AFDB18-76F6-4D47-4694-6F58A1A1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4"/>
            <a:ext cx="3076032" cy="391494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Assembly</a:t>
            </a:r>
            <a:endParaRPr lang="en-US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F11B517-3E46-0FE2-DD5F-E151CB9EB0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9624" y="4914199"/>
            <a:ext cx="2703583" cy="965440"/>
          </a:xfrm>
        </p:spPr>
        <p:txBody>
          <a:bodyPr vert="horz" lIns="91440" tIns="45720" rIns="91440" bIns="45720" rtlCol="0" anchor="b">
            <a:normAutofit/>
          </a:bodyPr>
          <a:lstStyle/>
          <a:p>
            <a:pPr marL="0" indent="0">
              <a:buNone/>
            </a:pPr>
            <a:r>
              <a:rPr lang="en-US" sz="1800"/>
              <a:t>Employess List: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m 4">
            <a:extLst>
              <a:ext uri="{FF2B5EF4-FFF2-40B4-BE49-F238E27FC236}">
                <a16:creationId xmlns:a16="http://schemas.microsoft.com/office/drawing/2014/main" id="{0F3904E4-68E6-FCC3-A07E-2296DA2485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600" y="800198"/>
            <a:ext cx="7353299" cy="5257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83794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188F316-EE5E-FD69-749F-0841F8173B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4"/>
            <a:ext cx="3076032" cy="391494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Assembly</a:t>
            </a:r>
            <a:endParaRPr lang="en-US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68E267BD-F3FA-B056-D45C-9B39859AD1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9624" y="4914199"/>
            <a:ext cx="2703583" cy="965440"/>
          </a:xfrm>
        </p:spPr>
        <p:txBody>
          <a:bodyPr vert="horz" lIns="91440" tIns="45720" rIns="91440" bIns="45720" rtlCol="0" anchor="b">
            <a:normAutofit/>
          </a:bodyPr>
          <a:lstStyle/>
          <a:p>
            <a:pPr marL="0" indent="0">
              <a:buNone/>
            </a:pPr>
            <a:r>
              <a:rPr lang="en-US" sz="1800"/>
              <a:t>Employess</a:t>
            </a:r>
            <a:r>
              <a:rPr lang="en-US" sz="1800" dirty="0"/>
              <a:t> Card: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Imagem 5">
            <a:extLst>
              <a:ext uri="{FF2B5EF4-FFF2-40B4-BE49-F238E27FC236}">
                <a16:creationId xmlns:a16="http://schemas.microsoft.com/office/drawing/2014/main" id="{3ADC594E-F1F6-4B89-9CA8-D7ECC02D88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600" y="800198"/>
            <a:ext cx="7353299" cy="5257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92957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341BFA31-6544-45C2-9DA0-9E1C5E0B19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5E51D76-AC64-1FE2-2115-9B067144D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529049"/>
            <a:ext cx="10791266" cy="116320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pt-PT" sz="5400" dirty="0" err="1"/>
              <a:t>Assembly</a:t>
            </a:r>
            <a:endParaRPr lang="en-US" sz="5400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A8380A37-FFEF-D48C-8F90-1F0CE65F73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100" y="1771217"/>
            <a:ext cx="10791266" cy="44065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1800"/>
              <a:t>Sides open/closed :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C36F877-5419-44C1-A2CD-376BDDDC3E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358817" y="2454085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m 4">
            <a:extLst>
              <a:ext uri="{FF2B5EF4-FFF2-40B4-BE49-F238E27FC236}">
                <a16:creationId xmlns:a16="http://schemas.microsoft.com/office/drawing/2014/main" id="{89CC19F0-3AC7-600A-4085-C81B26F123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4579" y="2696300"/>
            <a:ext cx="4771420" cy="3435422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DF629BF0-D26A-2EB7-4D3A-3260999A60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9934" y="2696300"/>
            <a:ext cx="4838622" cy="3435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2595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31D7F7F-E66C-529E-428A-D03936CE9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4"/>
            <a:ext cx="3076032" cy="391494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Template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8B0CA2A-7DEC-B269-475E-8F9B20B7F6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9624" y="4914199"/>
            <a:ext cx="2703583" cy="965440"/>
          </a:xfrm>
        </p:spPr>
        <p:txBody>
          <a:bodyPr vert="horz" lIns="91440" tIns="45720" rIns="91440" bIns="45720" rtlCol="0" anchor="b">
            <a:normAutofit/>
          </a:bodyPr>
          <a:lstStyle/>
          <a:p>
            <a:pPr marL="0" indent="0">
              <a:buNone/>
            </a:pPr>
            <a:r>
              <a:rPr lang="en-US" sz="1800" dirty="0"/>
              <a:t>Side nav + sidebar Template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m 4">
            <a:extLst>
              <a:ext uri="{FF2B5EF4-FFF2-40B4-BE49-F238E27FC236}">
                <a16:creationId xmlns:a16="http://schemas.microsoft.com/office/drawing/2014/main" id="{EAEEF490-FE39-3513-55C8-176D303B9A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600" y="800198"/>
            <a:ext cx="7353299" cy="5257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79887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2FFF8EE-A697-233B-FDA7-3FCAF65B1C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4"/>
            <a:ext cx="3076032" cy="391494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Template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6956C471-229C-0860-1EDD-8983E22054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9624" y="4914199"/>
            <a:ext cx="2703583" cy="965440"/>
          </a:xfrm>
        </p:spPr>
        <p:txBody>
          <a:bodyPr vert="horz" lIns="91440" tIns="45720" rIns="91440" bIns="45720" rtlCol="0" anchor="b">
            <a:normAutofit/>
          </a:bodyPr>
          <a:lstStyle/>
          <a:p>
            <a:pPr marL="0" indent="0">
              <a:buNone/>
            </a:pPr>
            <a:r>
              <a:rPr lang="en-US" sz="1800" dirty="0"/>
              <a:t>Top nav: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m 4">
            <a:extLst>
              <a:ext uri="{FF2B5EF4-FFF2-40B4-BE49-F238E27FC236}">
                <a16:creationId xmlns:a16="http://schemas.microsoft.com/office/drawing/2014/main" id="{60BA3573-BF2B-AF70-3913-CA4F9B1241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600" y="772623"/>
            <a:ext cx="7353299" cy="5312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9875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8C98591-BE88-21DE-AEB4-0BF0FBEBE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7" y="909638"/>
            <a:ext cx="10691813" cy="1155618"/>
          </a:xfrm>
        </p:spPr>
        <p:txBody>
          <a:bodyPr>
            <a:normAutofit/>
          </a:bodyPr>
          <a:lstStyle/>
          <a:p>
            <a:r>
              <a:rPr lang="pt-PT" dirty="0" err="1"/>
              <a:t>Documentation</a:t>
            </a:r>
            <a:endParaRPr lang="pt-PT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AD0195E-7F27-4D06-9427-0C121D721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74C2FC-3228-4FC1-B97B-87AD35508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Marcador de Posição de Conteúdo 2">
            <a:extLst>
              <a:ext uri="{FF2B5EF4-FFF2-40B4-BE49-F238E27FC236}">
                <a16:creationId xmlns:a16="http://schemas.microsoft.com/office/drawing/2014/main" id="{96C82AFA-7349-DC5E-3D6D-00150156A4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32719132"/>
              </p:ext>
            </p:extLst>
          </p:nvPr>
        </p:nvGraphicFramePr>
        <p:xfrm>
          <a:off x="700088" y="2222500"/>
          <a:ext cx="10691812" cy="3740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553746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97E69E0-BC11-665E-BA99-9991CC976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8656" y="914400"/>
            <a:ext cx="6236208" cy="1307592"/>
          </a:xfrm>
        </p:spPr>
        <p:txBody>
          <a:bodyPr>
            <a:normAutofit/>
          </a:bodyPr>
          <a:lstStyle/>
          <a:p>
            <a:r>
              <a:rPr lang="pt-PT" dirty="0"/>
              <a:t>Final </a:t>
            </a:r>
            <a:r>
              <a:rPr lang="pt-PT" dirty="0" err="1"/>
              <a:t>conclusions</a:t>
            </a:r>
            <a:endParaRPr lang="pt-PT" dirty="0"/>
          </a:p>
        </p:txBody>
      </p:sp>
      <p:pic>
        <p:nvPicPr>
          <p:cNvPr id="5" name="Picture 4" descr="Uma foguete brinquedo a voar do computador">
            <a:extLst>
              <a:ext uri="{FF2B5EF4-FFF2-40B4-BE49-F238E27FC236}">
                <a16:creationId xmlns:a16="http://schemas.microsoft.com/office/drawing/2014/main" id="{A387E09D-C151-CA0C-A9E1-F4B77E999D8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121" r="12488" b="-2"/>
          <a:stretch>
            <a:fillRect/>
          </a:stretch>
        </p:blipFill>
        <p:spPr>
          <a:xfrm>
            <a:off x="20" y="-1"/>
            <a:ext cx="4663420" cy="6858001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346871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DEEB8B9E-3784-07F5-7036-19991442D6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8656" y="2221992"/>
            <a:ext cx="6236208" cy="3941064"/>
          </a:xfrm>
        </p:spPr>
        <p:txBody>
          <a:bodyPr>
            <a:normAutofit/>
          </a:bodyPr>
          <a:lstStyle/>
          <a:p>
            <a:r>
              <a:rPr lang="pt-PT" dirty="0"/>
              <a:t>I </a:t>
            </a:r>
            <a:r>
              <a:rPr lang="pt-PT" dirty="0" err="1"/>
              <a:t>ran</a:t>
            </a:r>
            <a:r>
              <a:rPr lang="pt-PT" dirty="0"/>
              <a:t> </a:t>
            </a:r>
            <a:r>
              <a:rPr lang="pt-PT" dirty="0" err="1"/>
              <a:t>into</a:t>
            </a:r>
            <a:r>
              <a:rPr lang="pt-PT" dirty="0"/>
              <a:t> some </a:t>
            </a:r>
            <a:r>
              <a:rPr lang="pt-PT" dirty="0" err="1"/>
              <a:t>challenges</a:t>
            </a:r>
            <a:r>
              <a:rPr lang="pt-PT" dirty="0"/>
              <a:t>, </a:t>
            </a:r>
            <a:r>
              <a:rPr lang="pt-PT" dirty="0" err="1"/>
              <a:t>but</a:t>
            </a:r>
            <a:r>
              <a:rPr lang="pt-PT" dirty="0"/>
              <a:t> I </a:t>
            </a:r>
            <a:r>
              <a:rPr lang="pt-PT" dirty="0" err="1"/>
              <a:t>managed</a:t>
            </a:r>
            <a:r>
              <a:rPr lang="pt-PT" dirty="0"/>
              <a:t> to </a:t>
            </a:r>
            <a:r>
              <a:rPr lang="pt-PT" dirty="0" err="1"/>
              <a:t>overcome</a:t>
            </a:r>
            <a:r>
              <a:rPr lang="pt-PT" dirty="0"/>
              <a:t> </a:t>
            </a:r>
            <a:r>
              <a:rPr lang="pt-PT" dirty="0" err="1"/>
              <a:t>them</a:t>
            </a:r>
            <a:r>
              <a:rPr lang="pt-PT" dirty="0"/>
              <a:t>. I </a:t>
            </a:r>
            <a:r>
              <a:rPr lang="pt-PT" dirty="0" err="1"/>
              <a:t>gained</a:t>
            </a:r>
            <a:r>
              <a:rPr lang="pt-PT" dirty="0"/>
              <a:t> a </a:t>
            </a:r>
            <a:r>
              <a:rPr lang="pt-PT" dirty="0" err="1"/>
              <a:t>better</a:t>
            </a:r>
            <a:r>
              <a:rPr lang="pt-PT" dirty="0"/>
              <a:t> </a:t>
            </a:r>
            <a:r>
              <a:rPr lang="pt-PT" dirty="0" err="1"/>
              <a:t>understanding</a:t>
            </a:r>
            <a:r>
              <a:rPr lang="pt-PT" dirty="0"/>
              <a:t> </a:t>
            </a:r>
            <a:r>
              <a:rPr lang="pt-PT" dirty="0" err="1"/>
              <a:t>of</a:t>
            </a:r>
            <a:r>
              <a:rPr lang="pt-PT" dirty="0"/>
              <a:t> </a:t>
            </a:r>
            <a:r>
              <a:rPr lang="pt-PT" dirty="0" err="1"/>
              <a:t>how</a:t>
            </a:r>
            <a:r>
              <a:rPr lang="pt-PT" dirty="0"/>
              <a:t> to </a:t>
            </a:r>
            <a:r>
              <a:rPr lang="pt-PT" dirty="0" err="1"/>
              <a:t>work</a:t>
            </a:r>
            <a:r>
              <a:rPr lang="pt-PT" dirty="0"/>
              <a:t> </a:t>
            </a:r>
            <a:r>
              <a:rPr lang="pt-PT" dirty="0" err="1"/>
              <a:t>on</a:t>
            </a:r>
            <a:r>
              <a:rPr lang="pt-PT" dirty="0"/>
              <a:t> a real-</a:t>
            </a:r>
            <a:r>
              <a:rPr lang="pt-PT" dirty="0" err="1"/>
              <a:t>world</a:t>
            </a:r>
            <a:r>
              <a:rPr lang="pt-PT" dirty="0"/>
              <a:t> </a:t>
            </a:r>
            <a:r>
              <a:rPr lang="pt-PT" dirty="0" err="1"/>
              <a:t>project</a:t>
            </a:r>
            <a:r>
              <a:rPr lang="pt-PT" dirty="0"/>
              <a:t> </a:t>
            </a:r>
            <a:r>
              <a:rPr lang="pt-PT" dirty="0" err="1"/>
              <a:t>and</a:t>
            </a:r>
            <a:r>
              <a:rPr lang="pt-PT" dirty="0"/>
              <a:t> </a:t>
            </a:r>
            <a:r>
              <a:rPr lang="pt-PT" dirty="0" err="1"/>
              <a:t>how</a:t>
            </a:r>
            <a:r>
              <a:rPr lang="pt-PT" dirty="0"/>
              <a:t> </a:t>
            </a:r>
            <a:r>
              <a:rPr lang="pt-PT" dirty="0" err="1"/>
              <a:t>both</a:t>
            </a:r>
            <a:r>
              <a:rPr lang="pt-PT" dirty="0"/>
              <a:t> </a:t>
            </a:r>
            <a:r>
              <a:rPr lang="pt-PT" dirty="0" err="1"/>
              <a:t>Rocket’s</a:t>
            </a:r>
            <a:r>
              <a:rPr lang="pt-PT" dirty="0"/>
              <a:t> </a:t>
            </a:r>
            <a:r>
              <a:rPr lang="pt-PT" dirty="0" err="1"/>
              <a:t>style</a:t>
            </a:r>
            <a:r>
              <a:rPr lang="pt-PT" dirty="0"/>
              <a:t> </a:t>
            </a:r>
            <a:r>
              <a:rPr lang="pt-PT" dirty="0" err="1"/>
              <a:t>guide</a:t>
            </a:r>
            <a:r>
              <a:rPr lang="pt-PT" dirty="0"/>
              <a:t> </a:t>
            </a:r>
            <a:r>
              <a:rPr lang="pt-PT" dirty="0" err="1"/>
              <a:t>and</a:t>
            </a:r>
            <a:r>
              <a:rPr lang="pt-PT" dirty="0"/>
              <a:t> </a:t>
            </a:r>
            <a:r>
              <a:rPr lang="pt-PT" dirty="0" err="1"/>
              <a:t>our</a:t>
            </a:r>
            <a:r>
              <a:rPr lang="pt-PT" dirty="0"/>
              <a:t> </a:t>
            </a:r>
            <a:r>
              <a:rPr lang="pt-PT" dirty="0" err="1"/>
              <a:t>own</a:t>
            </a:r>
            <a:r>
              <a:rPr lang="pt-PT" dirty="0"/>
              <a:t> can </a:t>
            </a:r>
            <a:r>
              <a:rPr lang="pt-PT" dirty="0" err="1"/>
              <a:t>be</a:t>
            </a:r>
            <a:r>
              <a:rPr lang="pt-PT" dirty="0"/>
              <a:t> beneficial—</a:t>
            </a:r>
            <a:r>
              <a:rPr lang="pt-PT" dirty="0" err="1"/>
              <a:t>so</a:t>
            </a:r>
            <a:r>
              <a:rPr lang="pt-PT" dirty="0"/>
              <a:t> </a:t>
            </a:r>
            <a:r>
              <a:rPr lang="pt-PT" dirty="0" err="1"/>
              <a:t>that</a:t>
            </a:r>
            <a:r>
              <a:rPr lang="pt-PT" dirty="0"/>
              <a:t> </a:t>
            </a:r>
            <a:r>
              <a:rPr lang="pt-PT" dirty="0" err="1"/>
              <a:t>we</a:t>
            </a:r>
            <a:r>
              <a:rPr lang="pt-PT" dirty="0"/>
              <a:t> </a:t>
            </a:r>
            <a:r>
              <a:rPr lang="pt-PT" dirty="0" err="1"/>
              <a:t>only</a:t>
            </a:r>
            <a:r>
              <a:rPr lang="pt-PT" dirty="0"/>
              <a:t> </a:t>
            </a:r>
            <a:r>
              <a:rPr lang="pt-PT" dirty="0" err="1"/>
              <a:t>have</a:t>
            </a:r>
            <a:r>
              <a:rPr lang="pt-PT" dirty="0"/>
              <a:t> to do </a:t>
            </a:r>
            <a:r>
              <a:rPr lang="pt-PT" dirty="0" err="1"/>
              <a:t>things</a:t>
            </a:r>
            <a:r>
              <a:rPr lang="pt-PT" dirty="0"/>
              <a:t> </a:t>
            </a:r>
            <a:r>
              <a:rPr lang="pt-PT" dirty="0" err="1"/>
              <a:t>once</a:t>
            </a:r>
            <a:r>
              <a:rPr lang="pt-PT" dirty="0"/>
              <a:t>, </a:t>
            </a:r>
            <a:r>
              <a:rPr lang="pt-PT" dirty="0" err="1"/>
              <a:t>and</a:t>
            </a:r>
            <a:r>
              <a:rPr lang="pt-PT" dirty="0"/>
              <a:t> </a:t>
            </a:r>
            <a:r>
              <a:rPr lang="pt-PT" dirty="0" err="1"/>
              <a:t>so</a:t>
            </a:r>
            <a:r>
              <a:rPr lang="pt-PT" dirty="0"/>
              <a:t> </a:t>
            </a:r>
            <a:r>
              <a:rPr lang="pt-PT" dirty="0" err="1"/>
              <a:t>that</a:t>
            </a:r>
            <a:r>
              <a:rPr lang="pt-PT" dirty="0"/>
              <a:t> </a:t>
            </a: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project</a:t>
            </a:r>
            <a:r>
              <a:rPr lang="pt-PT" dirty="0"/>
              <a:t> </a:t>
            </a:r>
            <a:r>
              <a:rPr lang="pt-PT" dirty="0" err="1"/>
              <a:t>remains</a:t>
            </a:r>
            <a:r>
              <a:rPr lang="pt-PT" dirty="0"/>
              <a:t> </a:t>
            </a:r>
            <a:r>
              <a:rPr lang="pt-PT" dirty="0" err="1"/>
              <a:t>cleaner</a:t>
            </a:r>
            <a:r>
              <a:rPr lang="pt-PT" dirty="0"/>
              <a:t> </a:t>
            </a:r>
            <a:r>
              <a:rPr lang="pt-PT" dirty="0" err="1"/>
              <a:t>and</a:t>
            </a:r>
            <a:r>
              <a:rPr lang="pt-PT" dirty="0"/>
              <a:t> more </a:t>
            </a:r>
            <a:r>
              <a:rPr lang="pt-PT" dirty="0" err="1"/>
              <a:t>scalable</a:t>
            </a:r>
            <a:r>
              <a:rPr lang="pt-PT" dirty="0"/>
              <a:t> in case </a:t>
            </a: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client</a:t>
            </a:r>
            <a:r>
              <a:rPr lang="pt-PT" dirty="0"/>
              <a:t> </a:t>
            </a:r>
            <a:r>
              <a:rPr lang="pt-PT" dirty="0" err="1"/>
              <a:t>wants</a:t>
            </a:r>
            <a:r>
              <a:rPr lang="pt-PT" dirty="0"/>
              <a:t> to </a:t>
            </a:r>
            <a:r>
              <a:rPr lang="pt-PT" dirty="0" err="1"/>
              <a:t>make</a:t>
            </a:r>
            <a:r>
              <a:rPr lang="pt-PT" dirty="0"/>
              <a:t> </a:t>
            </a:r>
            <a:r>
              <a:rPr lang="pt-PT" dirty="0" err="1"/>
              <a:t>even</a:t>
            </a:r>
            <a:r>
              <a:rPr lang="pt-PT" dirty="0"/>
              <a:t> a </a:t>
            </a:r>
            <a:r>
              <a:rPr lang="pt-PT" dirty="0" err="1"/>
              <a:t>minor</a:t>
            </a:r>
            <a:r>
              <a:rPr lang="pt-PT" dirty="0"/>
              <a:t> </a:t>
            </a:r>
            <a:r>
              <a:rPr lang="pt-PT" dirty="0" err="1"/>
              <a:t>change</a:t>
            </a:r>
            <a:r>
              <a:rPr lang="pt-PT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20884297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252</TotalTime>
  <Words>830</Words>
  <Application>Microsoft Macintosh PowerPoint</Application>
  <PresentationFormat>Ecrã Panorâmico</PresentationFormat>
  <Paragraphs>55</Paragraphs>
  <Slides>17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17</vt:i4>
      </vt:variant>
    </vt:vector>
  </HeadingPairs>
  <TitlesOfParts>
    <vt:vector size="21" baseType="lpstr">
      <vt:lpstr>Arial</vt:lpstr>
      <vt:lpstr>Calisto MT</vt:lpstr>
      <vt:lpstr>Univers Condensed</vt:lpstr>
      <vt:lpstr>ChronicleVTI</vt:lpstr>
      <vt:lpstr>Final Project Presentation</vt:lpstr>
      <vt:lpstr>Introduction</vt:lpstr>
      <vt:lpstr>Installing RocketUI </vt:lpstr>
      <vt:lpstr>Project Organization</vt:lpstr>
      <vt:lpstr>Assembly </vt:lpstr>
      <vt:lpstr>Assembly</vt:lpstr>
      <vt:lpstr>Assembly</vt:lpstr>
      <vt:lpstr>Assembly</vt:lpstr>
      <vt:lpstr>Assembly</vt:lpstr>
      <vt:lpstr>Assembly</vt:lpstr>
      <vt:lpstr>Assembly</vt:lpstr>
      <vt:lpstr>Assembly</vt:lpstr>
      <vt:lpstr>Assembly</vt:lpstr>
      <vt:lpstr>Template</vt:lpstr>
      <vt:lpstr>Template</vt:lpstr>
      <vt:lpstr>Documentation</vt:lpstr>
      <vt:lpstr>Final conclusions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Diogo de Abreu Ribeiro</dc:creator>
  <cp:lastModifiedBy>Diogo de Abreu Ribeiro</cp:lastModifiedBy>
  <cp:revision>19</cp:revision>
  <dcterms:created xsi:type="dcterms:W3CDTF">2026-03-27T17:03:19Z</dcterms:created>
  <dcterms:modified xsi:type="dcterms:W3CDTF">2026-03-30T15:43:40Z</dcterms:modified>
</cp:coreProperties>
</file>