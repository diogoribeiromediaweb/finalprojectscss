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37F8"/>
    <a:srgbClr val="73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08"/>
  </p:normalViewPr>
  <p:slideViewPr>
    <p:cSldViewPr snapToGrid="0">
      <p:cViewPr varScale="1">
        <p:scale>
          <a:sx n="138" d="100"/>
          <a:sy n="138" d="100"/>
        </p:scale>
        <p:origin x="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wEQcbIM_h8&amp;t=2886s" TargetMode="External"/><Relationship Id="rId1" Type="http://schemas.openxmlformats.org/officeDocument/2006/relationships/hyperlink" Target="https://success.outsystems.com/documentation/11/building_apps/user_interface/screen_templates/creating_screen_templates/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wEQcbIM_h8&amp;t=2886s" TargetMode="External"/><Relationship Id="rId1" Type="http://schemas.openxmlformats.org/officeDocument/2006/relationships/hyperlink" Target="https://success.outsystems.com/documentation/11/building_apps/user_interface/screen_templates/creating_screen_templates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AB9D6D-FF8E-491B-93AF-00149F7BDBF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B199FF-DC8E-4F54-8B95-88B57D7103EC}">
      <dgm:prSet/>
      <dgm:spPr/>
      <dgm:t>
        <a:bodyPr/>
        <a:lstStyle/>
        <a:p>
          <a:r>
            <a:rPr lang="pt-PT" dirty="0"/>
            <a:t>Após termos o sistema todo montado para começar a fazer as alterações para o cliente, comecei a desenvolver a minha </a:t>
          </a:r>
          <a:r>
            <a:rPr lang="pt-PT" dirty="0" err="1"/>
            <a:t>root</a:t>
          </a:r>
          <a:r>
            <a:rPr lang="pt-PT" dirty="0"/>
            <a:t> e </a:t>
          </a:r>
          <a:r>
            <a:rPr lang="pt-PT" dirty="0" err="1"/>
            <a:t>usefull</a:t>
          </a:r>
          <a:r>
            <a:rPr lang="pt-PT" dirty="0"/>
            <a:t> classes analisando o </a:t>
          </a:r>
          <a:r>
            <a:rPr lang="pt-PT" dirty="0" err="1"/>
            <a:t>figma</a:t>
          </a:r>
          <a:r>
            <a:rPr lang="pt-PT" dirty="0"/>
            <a:t>, só adicionando e trocando o estritamente necessário (</a:t>
          </a:r>
          <a:r>
            <a:rPr lang="pt-PT" dirty="0" err="1"/>
            <a:t>Foundations</a:t>
          </a:r>
          <a:r>
            <a:rPr lang="pt-PT" dirty="0"/>
            <a:t>).</a:t>
          </a:r>
          <a:endParaRPr lang="en-US" dirty="0"/>
        </a:p>
      </dgm:t>
    </dgm:pt>
    <dgm:pt modelId="{6449DF40-E57E-416E-B98D-FEBFA3630F33}" type="parTrans" cxnId="{77B8ABA0-AB61-4558-8D78-9947AC1D3CAC}">
      <dgm:prSet/>
      <dgm:spPr/>
      <dgm:t>
        <a:bodyPr/>
        <a:lstStyle/>
        <a:p>
          <a:endParaRPr lang="en-US"/>
        </a:p>
      </dgm:t>
    </dgm:pt>
    <dgm:pt modelId="{F5BF1FED-1E40-46B1-8F66-5CC36591529F}" type="sibTrans" cxnId="{77B8ABA0-AB61-4558-8D78-9947AC1D3CAC}">
      <dgm:prSet/>
      <dgm:spPr/>
      <dgm:t>
        <a:bodyPr/>
        <a:lstStyle/>
        <a:p>
          <a:endParaRPr lang="en-US"/>
        </a:p>
      </dgm:t>
    </dgm:pt>
    <dgm:pt modelId="{61CEFE57-9409-4E6A-9817-B12B48DC0698}">
      <dgm:prSet/>
      <dgm:spPr/>
      <dgm:t>
        <a:bodyPr/>
        <a:lstStyle/>
        <a:p>
          <a:r>
            <a:rPr lang="pt-PT"/>
            <a:t>Uma vez efetuado, passamos para alterar os widgets de outsysteams, estilizando-os como está no figma (Customize all Built-in Widgets).</a:t>
          </a:r>
          <a:endParaRPr lang="en-US"/>
        </a:p>
      </dgm:t>
    </dgm:pt>
    <dgm:pt modelId="{6E628D4C-8D6A-4BA0-B40C-A3931D9D0C76}" type="parTrans" cxnId="{EE9CF51A-0258-4E00-8317-C25B27B2113E}">
      <dgm:prSet/>
      <dgm:spPr/>
      <dgm:t>
        <a:bodyPr/>
        <a:lstStyle/>
        <a:p>
          <a:endParaRPr lang="en-US"/>
        </a:p>
      </dgm:t>
    </dgm:pt>
    <dgm:pt modelId="{52993E11-FBC2-456B-B030-FE6ECA6D054B}" type="sibTrans" cxnId="{EE9CF51A-0258-4E00-8317-C25B27B2113E}">
      <dgm:prSet/>
      <dgm:spPr/>
      <dgm:t>
        <a:bodyPr/>
        <a:lstStyle/>
        <a:p>
          <a:endParaRPr lang="en-US"/>
        </a:p>
      </dgm:t>
    </dgm:pt>
    <dgm:pt modelId="{9235F886-4F0E-754B-A534-D18A2A6E997D}" type="pres">
      <dgm:prSet presAssocID="{82AB9D6D-FF8E-491B-93AF-00149F7BDBF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621BD6-6610-8D46-A8EF-7276B7E697E2}" type="pres">
      <dgm:prSet presAssocID="{81B199FF-DC8E-4F54-8B95-88B57D7103EC}" presName="hierRoot1" presStyleCnt="0"/>
      <dgm:spPr/>
    </dgm:pt>
    <dgm:pt modelId="{C2233ADB-409F-7B4B-AC8B-895352E8392D}" type="pres">
      <dgm:prSet presAssocID="{81B199FF-DC8E-4F54-8B95-88B57D7103EC}" presName="composite" presStyleCnt="0"/>
      <dgm:spPr/>
    </dgm:pt>
    <dgm:pt modelId="{6EE2E5BA-9FBE-B142-AFF3-D4154A9333C1}" type="pres">
      <dgm:prSet presAssocID="{81B199FF-DC8E-4F54-8B95-88B57D7103EC}" presName="background" presStyleLbl="node0" presStyleIdx="0" presStyleCnt="2"/>
      <dgm:spPr>
        <a:solidFill>
          <a:srgbClr val="8637F8"/>
        </a:solidFill>
      </dgm:spPr>
    </dgm:pt>
    <dgm:pt modelId="{2E85BD29-1775-F94F-A675-40E89249CBE9}" type="pres">
      <dgm:prSet presAssocID="{81B199FF-DC8E-4F54-8B95-88B57D7103EC}" presName="text" presStyleLbl="fgAcc0" presStyleIdx="0" presStyleCnt="2">
        <dgm:presLayoutVars>
          <dgm:chPref val="3"/>
        </dgm:presLayoutVars>
      </dgm:prSet>
      <dgm:spPr/>
    </dgm:pt>
    <dgm:pt modelId="{10CD4496-F9B0-F143-8DC5-AE7DFFDDDD2A}" type="pres">
      <dgm:prSet presAssocID="{81B199FF-DC8E-4F54-8B95-88B57D7103EC}" presName="hierChild2" presStyleCnt="0"/>
      <dgm:spPr/>
    </dgm:pt>
    <dgm:pt modelId="{360D2D03-87D6-CE47-98CA-84A7B2A04749}" type="pres">
      <dgm:prSet presAssocID="{61CEFE57-9409-4E6A-9817-B12B48DC0698}" presName="hierRoot1" presStyleCnt="0"/>
      <dgm:spPr/>
    </dgm:pt>
    <dgm:pt modelId="{9E313A8C-3F15-B643-B54C-71708409353F}" type="pres">
      <dgm:prSet presAssocID="{61CEFE57-9409-4E6A-9817-B12B48DC0698}" presName="composite" presStyleCnt="0"/>
      <dgm:spPr/>
    </dgm:pt>
    <dgm:pt modelId="{F23D98C4-9003-9248-A4EB-3485B8AA4BD8}" type="pres">
      <dgm:prSet presAssocID="{61CEFE57-9409-4E6A-9817-B12B48DC0698}" presName="background" presStyleLbl="node0" presStyleIdx="1" presStyleCnt="2"/>
      <dgm:spPr>
        <a:solidFill>
          <a:srgbClr val="8637F8"/>
        </a:solidFill>
      </dgm:spPr>
    </dgm:pt>
    <dgm:pt modelId="{33358B79-F006-5F4A-B987-C2022B0F033B}" type="pres">
      <dgm:prSet presAssocID="{61CEFE57-9409-4E6A-9817-B12B48DC0698}" presName="text" presStyleLbl="fgAcc0" presStyleIdx="1" presStyleCnt="2">
        <dgm:presLayoutVars>
          <dgm:chPref val="3"/>
        </dgm:presLayoutVars>
      </dgm:prSet>
      <dgm:spPr/>
    </dgm:pt>
    <dgm:pt modelId="{936174AB-AE1A-B04B-8B0E-DB3A38847042}" type="pres">
      <dgm:prSet presAssocID="{61CEFE57-9409-4E6A-9817-B12B48DC0698}" presName="hierChild2" presStyleCnt="0"/>
      <dgm:spPr/>
    </dgm:pt>
  </dgm:ptLst>
  <dgm:cxnLst>
    <dgm:cxn modelId="{EE9CF51A-0258-4E00-8317-C25B27B2113E}" srcId="{82AB9D6D-FF8E-491B-93AF-00149F7BDBFE}" destId="{61CEFE57-9409-4E6A-9817-B12B48DC0698}" srcOrd="1" destOrd="0" parTransId="{6E628D4C-8D6A-4BA0-B40C-A3931D9D0C76}" sibTransId="{52993E11-FBC2-456B-B030-FE6ECA6D054B}"/>
    <dgm:cxn modelId="{D427E91F-090A-9249-8686-FEA4D35E018C}" type="presOf" srcId="{61CEFE57-9409-4E6A-9817-B12B48DC0698}" destId="{33358B79-F006-5F4A-B987-C2022B0F033B}" srcOrd="0" destOrd="0" presId="urn:microsoft.com/office/officeart/2005/8/layout/hierarchy1"/>
    <dgm:cxn modelId="{D83D016D-91C1-C943-AD0D-72E661E38101}" type="presOf" srcId="{81B199FF-DC8E-4F54-8B95-88B57D7103EC}" destId="{2E85BD29-1775-F94F-A675-40E89249CBE9}" srcOrd="0" destOrd="0" presId="urn:microsoft.com/office/officeart/2005/8/layout/hierarchy1"/>
    <dgm:cxn modelId="{B18E3573-5636-2244-B4F1-879D8175F34E}" type="presOf" srcId="{82AB9D6D-FF8E-491B-93AF-00149F7BDBFE}" destId="{9235F886-4F0E-754B-A534-D18A2A6E997D}" srcOrd="0" destOrd="0" presId="urn:microsoft.com/office/officeart/2005/8/layout/hierarchy1"/>
    <dgm:cxn modelId="{77B8ABA0-AB61-4558-8D78-9947AC1D3CAC}" srcId="{82AB9D6D-FF8E-491B-93AF-00149F7BDBFE}" destId="{81B199FF-DC8E-4F54-8B95-88B57D7103EC}" srcOrd="0" destOrd="0" parTransId="{6449DF40-E57E-416E-B98D-FEBFA3630F33}" sibTransId="{F5BF1FED-1E40-46B1-8F66-5CC36591529F}"/>
    <dgm:cxn modelId="{F3ED97B7-64A8-F945-942C-0DCE1C1B2188}" type="presParOf" srcId="{9235F886-4F0E-754B-A534-D18A2A6E997D}" destId="{D9621BD6-6610-8D46-A8EF-7276B7E697E2}" srcOrd="0" destOrd="0" presId="urn:microsoft.com/office/officeart/2005/8/layout/hierarchy1"/>
    <dgm:cxn modelId="{B65243D7-EDF3-F349-9E61-A1144F219FA4}" type="presParOf" srcId="{D9621BD6-6610-8D46-A8EF-7276B7E697E2}" destId="{C2233ADB-409F-7B4B-AC8B-895352E8392D}" srcOrd="0" destOrd="0" presId="urn:microsoft.com/office/officeart/2005/8/layout/hierarchy1"/>
    <dgm:cxn modelId="{79CB02BE-852B-9841-8A86-AC8DAE724604}" type="presParOf" srcId="{C2233ADB-409F-7B4B-AC8B-895352E8392D}" destId="{6EE2E5BA-9FBE-B142-AFF3-D4154A9333C1}" srcOrd="0" destOrd="0" presId="urn:microsoft.com/office/officeart/2005/8/layout/hierarchy1"/>
    <dgm:cxn modelId="{50B3C736-E20A-9F47-8CF7-694FA80E6874}" type="presParOf" srcId="{C2233ADB-409F-7B4B-AC8B-895352E8392D}" destId="{2E85BD29-1775-F94F-A675-40E89249CBE9}" srcOrd="1" destOrd="0" presId="urn:microsoft.com/office/officeart/2005/8/layout/hierarchy1"/>
    <dgm:cxn modelId="{91B7096A-2686-ED46-BF46-75CD908CEBEF}" type="presParOf" srcId="{D9621BD6-6610-8D46-A8EF-7276B7E697E2}" destId="{10CD4496-F9B0-F143-8DC5-AE7DFFDDDD2A}" srcOrd="1" destOrd="0" presId="urn:microsoft.com/office/officeart/2005/8/layout/hierarchy1"/>
    <dgm:cxn modelId="{C55D58B6-AF19-FE4F-8AEB-4B09B0E8E106}" type="presParOf" srcId="{9235F886-4F0E-754B-A534-D18A2A6E997D}" destId="{360D2D03-87D6-CE47-98CA-84A7B2A04749}" srcOrd="1" destOrd="0" presId="urn:microsoft.com/office/officeart/2005/8/layout/hierarchy1"/>
    <dgm:cxn modelId="{FF5488EF-C124-CE42-8357-FDAC618578EA}" type="presParOf" srcId="{360D2D03-87D6-CE47-98CA-84A7B2A04749}" destId="{9E313A8C-3F15-B643-B54C-71708409353F}" srcOrd="0" destOrd="0" presId="urn:microsoft.com/office/officeart/2005/8/layout/hierarchy1"/>
    <dgm:cxn modelId="{1CBFC326-6CFF-CD4A-BA8E-DF53D07687BB}" type="presParOf" srcId="{9E313A8C-3F15-B643-B54C-71708409353F}" destId="{F23D98C4-9003-9248-A4EB-3485B8AA4BD8}" srcOrd="0" destOrd="0" presId="urn:microsoft.com/office/officeart/2005/8/layout/hierarchy1"/>
    <dgm:cxn modelId="{E72DDF2D-FE89-FB4A-BE89-E9F4D1F3B90C}" type="presParOf" srcId="{9E313A8C-3F15-B643-B54C-71708409353F}" destId="{33358B79-F006-5F4A-B987-C2022B0F033B}" srcOrd="1" destOrd="0" presId="urn:microsoft.com/office/officeart/2005/8/layout/hierarchy1"/>
    <dgm:cxn modelId="{1FCC1D0A-022E-104F-B562-A36E84EECF17}" type="presParOf" srcId="{360D2D03-87D6-CE47-98CA-84A7B2A04749}" destId="{936174AB-AE1A-B04B-8B0E-DB3A388470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FA9ADE-E810-4F6F-9783-2D48B3510BDA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D37FBA7-94D1-485D-8D92-499E1BB7ACB3}">
      <dgm:prSet/>
      <dgm:spPr/>
      <dgm:t>
        <a:bodyPr/>
        <a:lstStyle/>
        <a:p>
          <a:r>
            <a:rPr lang="pt-PT"/>
            <a:t>Para duvidas falei com o meu TeamLider André Henriques e com o meu mentor Diogo Miranda;</a:t>
          </a:r>
          <a:endParaRPr lang="en-US"/>
        </a:p>
      </dgm:t>
    </dgm:pt>
    <dgm:pt modelId="{0FC32ABE-1756-4D7D-9792-299C8AEC28B6}" type="parTrans" cxnId="{EC452F8D-A68F-4C2C-B5C9-E1BF31BB2F73}">
      <dgm:prSet/>
      <dgm:spPr/>
      <dgm:t>
        <a:bodyPr/>
        <a:lstStyle/>
        <a:p>
          <a:endParaRPr lang="en-US"/>
        </a:p>
      </dgm:t>
    </dgm:pt>
    <dgm:pt modelId="{BD5E91C2-213F-4637-97AE-B74DCC9A74D0}" type="sibTrans" cxnId="{EC452F8D-A68F-4C2C-B5C9-E1BF31BB2F73}">
      <dgm:prSet phldrT="1" phldr="0"/>
      <dgm:spPr>
        <a:solidFill>
          <a:srgbClr val="8637F8"/>
        </a:solidFill>
      </dgm:spPr>
      <dgm:t>
        <a:bodyPr/>
        <a:lstStyle/>
        <a:p>
          <a:r>
            <a:rPr lang="en-US" dirty="0"/>
            <a:t>1</a:t>
          </a:r>
        </a:p>
      </dgm:t>
    </dgm:pt>
    <dgm:pt modelId="{167FF43F-0EC6-4C97-862A-3137E19FF848}">
      <dgm:prSet/>
      <dgm:spPr/>
      <dgm:t>
        <a:bodyPr/>
        <a:lstStyle/>
        <a:p>
          <a:r>
            <a:rPr lang="pt-PT"/>
            <a:t>https://doitlean-dev.outsystemscloud.com/RocketUI/</a:t>
          </a:r>
          <a:endParaRPr lang="en-US"/>
        </a:p>
      </dgm:t>
    </dgm:pt>
    <dgm:pt modelId="{20E2CB9B-15B4-474B-ADC3-AD0A8A64E81E}" type="parTrans" cxnId="{D856F8B7-01BD-4054-AAF8-8F6AF7E34629}">
      <dgm:prSet/>
      <dgm:spPr/>
      <dgm:t>
        <a:bodyPr/>
        <a:lstStyle/>
        <a:p>
          <a:endParaRPr lang="en-US"/>
        </a:p>
      </dgm:t>
    </dgm:pt>
    <dgm:pt modelId="{CABF4BBE-4549-4FFC-95B1-A4BC999AE278}" type="sibTrans" cxnId="{D856F8B7-01BD-4054-AAF8-8F6AF7E34629}">
      <dgm:prSet phldrT="2" phldr="0"/>
      <dgm:spPr>
        <a:solidFill>
          <a:srgbClr val="8637F8"/>
        </a:solidFill>
      </dgm:spPr>
      <dgm:t>
        <a:bodyPr/>
        <a:lstStyle/>
        <a:p>
          <a:r>
            <a:rPr lang="en-US"/>
            <a:t>2</a:t>
          </a:r>
        </a:p>
      </dgm:t>
    </dgm:pt>
    <dgm:pt modelId="{9E683453-D1D2-4119-A3EC-BEFCC768E88E}">
      <dgm:prSet/>
      <dgm:spPr/>
      <dgm:t>
        <a:bodyPr/>
        <a:lstStyle/>
        <a:p>
          <a:r>
            <a:rPr lang="pt-PT">
              <a:hlinkClick xmlns:r="http://schemas.openxmlformats.org/officeDocument/2006/relationships" r:id="rId1"/>
            </a:rPr>
            <a:t>https://success.outsystems.com/documentation/11/building_apps/user_interface/screen_templates/creating_screen_templates/</a:t>
          </a:r>
          <a:r>
            <a:rPr lang="pt-PT"/>
            <a:t> (Templates)</a:t>
          </a:r>
          <a:endParaRPr lang="en-US"/>
        </a:p>
      </dgm:t>
    </dgm:pt>
    <dgm:pt modelId="{79EE8EA2-A950-4AD8-AB66-565D4C9F79A2}" type="parTrans" cxnId="{8C8A91C8-0D7B-4C09-BEDE-D3437F88D4E3}">
      <dgm:prSet/>
      <dgm:spPr/>
      <dgm:t>
        <a:bodyPr/>
        <a:lstStyle/>
        <a:p>
          <a:endParaRPr lang="en-US"/>
        </a:p>
      </dgm:t>
    </dgm:pt>
    <dgm:pt modelId="{B781CFDE-22F1-467D-87B3-633B08493E9D}" type="sibTrans" cxnId="{8C8A91C8-0D7B-4C09-BEDE-D3437F88D4E3}">
      <dgm:prSet phldrT="3" phldr="0"/>
      <dgm:spPr>
        <a:solidFill>
          <a:srgbClr val="8637F8"/>
        </a:solidFill>
      </dgm:spPr>
      <dgm:t>
        <a:bodyPr/>
        <a:lstStyle/>
        <a:p>
          <a:r>
            <a:rPr lang="en-US"/>
            <a:t>3</a:t>
          </a:r>
        </a:p>
      </dgm:t>
    </dgm:pt>
    <dgm:pt modelId="{5C9F32F0-D62A-4F39-BD8D-E287E2A1C666}">
      <dgm:prSet/>
      <dgm:spPr/>
      <dgm:t>
        <a:bodyPr/>
        <a:lstStyle/>
        <a:p>
          <a:r>
            <a:rPr lang="pt-PT">
              <a:hlinkClick xmlns:r="http://schemas.openxmlformats.org/officeDocument/2006/relationships" r:id="rId2"/>
            </a:rPr>
            <a:t>https://www.youtube.com/watch?v=2wEQcbIM_h8&amp;t=2886s</a:t>
          </a:r>
          <a:r>
            <a:rPr lang="pt-PT"/>
            <a:t> (Templates)</a:t>
          </a:r>
          <a:endParaRPr lang="en-US"/>
        </a:p>
      </dgm:t>
    </dgm:pt>
    <dgm:pt modelId="{0E5B1DF5-993E-47E1-8FA2-1E8D798E3397}" type="parTrans" cxnId="{106C7CD0-2A18-437F-9506-EC46B3443E32}">
      <dgm:prSet/>
      <dgm:spPr/>
      <dgm:t>
        <a:bodyPr/>
        <a:lstStyle/>
        <a:p>
          <a:endParaRPr lang="en-US"/>
        </a:p>
      </dgm:t>
    </dgm:pt>
    <dgm:pt modelId="{985D7015-AB78-403A-A98C-67635A42AD37}" type="sibTrans" cxnId="{106C7CD0-2A18-437F-9506-EC46B3443E32}">
      <dgm:prSet phldrT="4" phldr="0"/>
      <dgm:spPr>
        <a:solidFill>
          <a:srgbClr val="8637F8"/>
        </a:solidFill>
      </dgm:spPr>
      <dgm:t>
        <a:bodyPr/>
        <a:lstStyle/>
        <a:p>
          <a:r>
            <a:rPr lang="en-US"/>
            <a:t>4</a:t>
          </a:r>
        </a:p>
      </dgm:t>
    </dgm:pt>
    <dgm:pt modelId="{30AB937D-20EB-4B74-B37C-A5AD571B036F}">
      <dgm:prSet/>
      <dgm:spPr/>
      <dgm:t>
        <a:bodyPr/>
        <a:lstStyle/>
        <a:p>
          <a:r>
            <a:rPr lang="pt-PT"/>
            <a:t>ChatGpt , Gemini;</a:t>
          </a:r>
          <a:endParaRPr lang="en-US"/>
        </a:p>
      </dgm:t>
    </dgm:pt>
    <dgm:pt modelId="{B90A63A7-9A39-400B-8893-DC723F56C71F}" type="parTrans" cxnId="{8E443C70-CDA6-475E-90D9-92D344D2978E}">
      <dgm:prSet/>
      <dgm:spPr/>
      <dgm:t>
        <a:bodyPr/>
        <a:lstStyle/>
        <a:p>
          <a:endParaRPr lang="en-US"/>
        </a:p>
      </dgm:t>
    </dgm:pt>
    <dgm:pt modelId="{7A99571A-C4AD-4CEF-91F5-5E76EC5CFC5A}" type="sibTrans" cxnId="{8E443C70-CDA6-475E-90D9-92D344D2978E}">
      <dgm:prSet phldrT="5" phldr="0"/>
      <dgm:spPr>
        <a:solidFill>
          <a:srgbClr val="8637F8"/>
        </a:solidFill>
      </dgm:spPr>
      <dgm:t>
        <a:bodyPr/>
        <a:lstStyle/>
        <a:p>
          <a:r>
            <a:rPr lang="en-US"/>
            <a:t>5</a:t>
          </a:r>
        </a:p>
      </dgm:t>
    </dgm:pt>
    <dgm:pt modelId="{46C34DCC-CD23-7046-AB32-5EE29F408502}" type="pres">
      <dgm:prSet presAssocID="{47FA9ADE-E810-4F6F-9783-2D48B3510BDA}" presName="linearFlow" presStyleCnt="0">
        <dgm:presLayoutVars>
          <dgm:dir/>
          <dgm:animLvl val="lvl"/>
          <dgm:resizeHandles val="exact"/>
        </dgm:presLayoutVars>
      </dgm:prSet>
      <dgm:spPr/>
    </dgm:pt>
    <dgm:pt modelId="{2F84F20E-DCEB-1C4D-A8E2-1DB8EC15F90D}" type="pres">
      <dgm:prSet presAssocID="{9D37FBA7-94D1-485D-8D92-499E1BB7ACB3}" presName="compositeNode" presStyleCnt="0"/>
      <dgm:spPr/>
    </dgm:pt>
    <dgm:pt modelId="{34FD89EE-DFE6-5345-94AD-63FD60434670}" type="pres">
      <dgm:prSet presAssocID="{9D37FBA7-94D1-485D-8D92-499E1BB7ACB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ECD647E-F5DD-904E-B536-1237D5105562}" type="pres">
      <dgm:prSet presAssocID="{9D37FBA7-94D1-485D-8D92-499E1BB7ACB3}" presName="parSh" presStyleCnt="0"/>
      <dgm:spPr/>
    </dgm:pt>
    <dgm:pt modelId="{3619C030-4776-CF40-9A37-AAEFB435A513}" type="pres">
      <dgm:prSet presAssocID="{9D37FBA7-94D1-485D-8D92-499E1BB7ACB3}" presName="lineNode" presStyleLbl="alignAccFollowNode1" presStyleIdx="0" presStyleCnt="15"/>
      <dgm:spPr/>
    </dgm:pt>
    <dgm:pt modelId="{34F11849-314A-EB43-8E87-47884736F92C}" type="pres">
      <dgm:prSet presAssocID="{9D37FBA7-94D1-485D-8D92-499E1BB7ACB3}" presName="lineArrowNode" presStyleLbl="alignAccFollowNode1" presStyleIdx="1" presStyleCnt="15"/>
      <dgm:spPr/>
    </dgm:pt>
    <dgm:pt modelId="{F32F9262-5EE0-D242-92B6-CDC000D33923}" type="pres">
      <dgm:prSet presAssocID="{BD5E91C2-213F-4637-97AE-B74DCC9A74D0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2CF0FE7D-6853-E94B-AF7D-59D4BCF751E3}" type="pres">
      <dgm:prSet presAssocID="{BD5E91C2-213F-4637-97AE-B74DCC9A74D0}" presName="spacerBetweenCircleAndCallout" presStyleCnt="0">
        <dgm:presLayoutVars/>
      </dgm:prSet>
      <dgm:spPr/>
    </dgm:pt>
    <dgm:pt modelId="{FC4D900F-EE4D-3B44-B4B5-45170EF93094}" type="pres">
      <dgm:prSet presAssocID="{9D37FBA7-94D1-485D-8D92-499E1BB7ACB3}" presName="nodeText" presStyleLbl="alignAccFollowNode1" presStyleIdx="2" presStyleCnt="15">
        <dgm:presLayoutVars>
          <dgm:bulletEnabled val="1"/>
        </dgm:presLayoutVars>
      </dgm:prSet>
      <dgm:spPr/>
    </dgm:pt>
    <dgm:pt modelId="{2E9C2A7C-7AEB-5643-9718-A04EA5E1F19F}" type="pres">
      <dgm:prSet presAssocID="{BD5E91C2-213F-4637-97AE-B74DCC9A74D0}" presName="sibTransComposite" presStyleCnt="0"/>
      <dgm:spPr/>
    </dgm:pt>
    <dgm:pt modelId="{269666CA-B602-F24E-9642-BBA9C4858296}" type="pres">
      <dgm:prSet presAssocID="{167FF43F-0EC6-4C97-862A-3137E19FF848}" presName="compositeNode" presStyleCnt="0"/>
      <dgm:spPr/>
    </dgm:pt>
    <dgm:pt modelId="{58AE7AA1-01A4-6340-A478-52E9D65696F8}" type="pres">
      <dgm:prSet presAssocID="{167FF43F-0EC6-4C97-862A-3137E19FF84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4E82FA1-3A9B-D344-99F5-67E35566D881}" type="pres">
      <dgm:prSet presAssocID="{167FF43F-0EC6-4C97-862A-3137E19FF848}" presName="parSh" presStyleCnt="0"/>
      <dgm:spPr/>
    </dgm:pt>
    <dgm:pt modelId="{A3AFAB5B-14EC-2049-8165-71D58C574ABB}" type="pres">
      <dgm:prSet presAssocID="{167FF43F-0EC6-4C97-862A-3137E19FF848}" presName="lineNode" presStyleLbl="alignAccFollowNode1" presStyleIdx="3" presStyleCnt="15"/>
      <dgm:spPr/>
    </dgm:pt>
    <dgm:pt modelId="{A17B7614-9D9E-AE45-9168-B11574226583}" type="pres">
      <dgm:prSet presAssocID="{167FF43F-0EC6-4C97-862A-3137E19FF848}" presName="lineArrowNode" presStyleLbl="alignAccFollowNode1" presStyleIdx="4" presStyleCnt="15"/>
      <dgm:spPr/>
    </dgm:pt>
    <dgm:pt modelId="{4065B5DE-A545-E24F-8166-DB5373E7B510}" type="pres">
      <dgm:prSet presAssocID="{CABF4BBE-4549-4FFC-95B1-A4BC999AE278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CA9D8DB8-F532-AE4E-ACBB-29CDFC5BD585}" type="pres">
      <dgm:prSet presAssocID="{CABF4BBE-4549-4FFC-95B1-A4BC999AE278}" presName="spacerBetweenCircleAndCallout" presStyleCnt="0">
        <dgm:presLayoutVars/>
      </dgm:prSet>
      <dgm:spPr/>
    </dgm:pt>
    <dgm:pt modelId="{21501B72-1D05-9548-9173-D495DCF3800D}" type="pres">
      <dgm:prSet presAssocID="{167FF43F-0EC6-4C97-862A-3137E19FF848}" presName="nodeText" presStyleLbl="alignAccFollowNode1" presStyleIdx="5" presStyleCnt="15">
        <dgm:presLayoutVars>
          <dgm:bulletEnabled val="1"/>
        </dgm:presLayoutVars>
      </dgm:prSet>
      <dgm:spPr/>
    </dgm:pt>
    <dgm:pt modelId="{A73FC4E1-BF1C-D546-B341-EC2B20BB6DE2}" type="pres">
      <dgm:prSet presAssocID="{CABF4BBE-4549-4FFC-95B1-A4BC999AE278}" presName="sibTransComposite" presStyleCnt="0"/>
      <dgm:spPr/>
    </dgm:pt>
    <dgm:pt modelId="{646EAD1B-64B8-8E4F-94A2-FD782463BCC3}" type="pres">
      <dgm:prSet presAssocID="{9E683453-D1D2-4119-A3EC-BEFCC768E88E}" presName="compositeNode" presStyleCnt="0"/>
      <dgm:spPr/>
    </dgm:pt>
    <dgm:pt modelId="{83BFE9E9-487B-8B4D-A0EE-C389896A0AD5}" type="pres">
      <dgm:prSet presAssocID="{9E683453-D1D2-4119-A3EC-BEFCC768E88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484FAFF-D515-7D4D-B2C3-01D2D2389215}" type="pres">
      <dgm:prSet presAssocID="{9E683453-D1D2-4119-A3EC-BEFCC768E88E}" presName="parSh" presStyleCnt="0"/>
      <dgm:spPr/>
    </dgm:pt>
    <dgm:pt modelId="{FA8A559D-AB5F-F843-82D9-7294D703C8BA}" type="pres">
      <dgm:prSet presAssocID="{9E683453-D1D2-4119-A3EC-BEFCC768E88E}" presName="lineNode" presStyleLbl="alignAccFollowNode1" presStyleIdx="6" presStyleCnt="15"/>
      <dgm:spPr/>
    </dgm:pt>
    <dgm:pt modelId="{91C35937-9A47-2543-8424-E9D8673C20AF}" type="pres">
      <dgm:prSet presAssocID="{9E683453-D1D2-4119-A3EC-BEFCC768E88E}" presName="lineArrowNode" presStyleLbl="alignAccFollowNode1" presStyleIdx="7" presStyleCnt="15"/>
      <dgm:spPr/>
    </dgm:pt>
    <dgm:pt modelId="{508B2EFD-CA18-1045-921F-16C1D9D9C9AA}" type="pres">
      <dgm:prSet presAssocID="{B781CFDE-22F1-467D-87B3-633B08493E9D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FD08C3D5-1BCE-DE4A-933A-52E234E9D6E2}" type="pres">
      <dgm:prSet presAssocID="{B781CFDE-22F1-467D-87B3-633B08493E9D}" presName="spacerBetweenCircleAndCallout" presStyleCnt="0">
        <dgm:presLayoutVars/>
      </dgm:prSet>
      <dgm:spPr/>
    </dgm:pt>
    <dgm:pt modelId="{94F22C7F-7EDF-FC48-A6D6-266D9D82723E}" type="pres">
      <dgm:prSet presAssocID="{9E683453-D1D2-4119-A3EC-BEFCC768E88E}" presName="nodeText" presStyleLbl="alignAccFollowNode1" presStyleIdx="8" presStyleCnt="15">
        <dgm:presLayoutVars>
          <dgm:bulletEnabled val="1"/>
        </dgm:presLayoutVars>
      </dgm:prSet>
      <dgm:spPr/>
    </dgm:pt>
    <dgm:pt modelId="{8E5DCCCC-B5B6-B44C-9A56-FA45785EE8EF}" type="pres">
      <dgm:prSet presAssocID="{B781CFDE-22F1-467D-87B3-633B08493E9D}" presName="sibTransComposite" presStyleCnt="0"/>
      <dgm:spPr/>
    </dgm:pt>
    <dgm:pt modelId="{F75EC05C-E76A-E846-B175-365270FAFB07}" type="pres">
      <dgm:prSet presAssocID="{5C9F32F0-D62A-4F39-BD8D-E287E2A1C666}" presName="compositeNode" presStyleCnt="0"/>
      <dgm:spPr/>
    </dgm:pt>
    <dgm:pt modelId="{F39EB0B1-65F4-0542-89C0-A8ED8A6D5E7E}" type="pres">
      <dgm:prSet presAssocID="{5C9F32F0-D62A-4F39-BD8D-E287E2A1C66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C5FED09-7B87-D848-A80D-2A0EE71E42B0}" type="pres">
      <dgm:prSet presAssocID="{5C9F32F0-D62A-4F39-BD8D-E287E2A1C666}" presName="parSh" presStyleCnt="0"/>
      <dgm:spPr/>
    </dgm:pt>
    <dgm:pt modelId="{EF8ABCC2-306D-8946-8685-A2FC62582D0B}" type="pres">
      <dgm:prSet presAssocID="{5C9F32F0-D62A-4F39-BD8D-E287E2A1C666}" presName="lineNode" presStyleLbl="alignAccFollowNode1" presStyleIdx="9" presStyleCnt="15"/>
      <dgm:spPr/>
    </dgm:pt>
    <dgm:pt modelId="{09D12428-7E82-8E4D-9B59-A0B4FE3FE0E3}" type="pres">
      <dgm:prSet presAssocID="{5C9F32F0-D62A-4F39-BD8D-E287E2A1C666}" presName="lineArrowNode" presStyleLbl="alignAccFollowNode1" presStyleIdx="10" presStyleCnt="15"/>
      <dgm:spPr/>
    </dgm:pt>
    <dgm:pt modelId="{880F9FC0-EBB3-6847-8DAA-3CC996725B30}" type="pres">
      <dgm:prSet presAssocID="{985D7015-AB78-403A-A98C-67635A42AD37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451590AE-D5BA-DF4B-BEDF-A1006BDF27BE}" type="pres">
      <dgm:prSet presAssocID="{985D7015-AB78-403A-A98C-67635A42AD37}" presName="spacerBetweenCircleAndCallout" presStyleCnt="0">
        <dgm:presLayoutVars/>
      </dgm:prSet>
      <dgm:spPr/>
    </dgm:pt>
    <dgm:pt modelId="{5C67E142-DF05-0149-AD7C-AD877AA02194}" type="pres">
      <dgm:prSet presAssocID="{5C9F32F0-D62A-4F39-BD8D-E287E2A1C666}" presName="nodeText" presStyleLbl="alignAccFollowNode1" presStyleIdx="11" presStyleCnt="15">
        <dgm:presLayoutVars>
          <dgm:bulletEnabled val="1"/>
        </dgm:presLayoutVars>
      </dgm:prSet>
      <dgm:spPr/>
    </dgm:pt>
    <dgm:pt modelId="{F5228D4A-3D50-A641-8D13-D17DF78097FF}" type="pres">
      <dgm:prSet presAssocID="{985D7015-AB78-403A-A98C-67635A42AD37}" presName="sibTransComposite" presStyleCnt="0"/>
      <dgm:spPr/>
    </dgm:pt>
    <dgm:pt modelId="{53B9539D-A444-0E4D-A95B-0A43A2C2C3FD}" type="pres">
      <dgm:prSet presAssocID="{30AB937D-20EB-4B74-B37C-A5AD571B036F}" presName="compositeNode" presStyleCnt="0"/>
      <dgm:spPr/>
    </dgm:pt>
    <dgm:pt modelId="{E4690819-A9E6-B345-98AA-B9FB2E5CF160}" type="pres">
      <dgm:prSet presAssocID="{30AB937D-20EB-4B74-B37C-A5AD571B036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408E062-D74C-714C-96BB-D0ACAB9DF18D}" type="pres">
      <dgm:prSet presAssocID="{30AB937D-20EB-4B74-B37C-A5AD571B036F}" presName="parSh" presStyleCnt="0"/>
      <dgm:spPr/>
    </dgm:pt>
    <dgm:pt modelId="{29913C99-8F93-634B-BA22-835CE5E6874F}" type="pres">
      <dgm:prSet presAssocID="{30AB937D-20EB-4B74-B37C-A5AD571B036F}" presName="lineNode" presStyleLbl="alignAccFollowNode1" presStyleIdx="12" presStyleCnt="15"/>
      <dgm:spPr/>
    </dgm:pt>
    <dgm:pt modelId="{2EF7D220-526A-E64B-8B15-3D2D466D55B1}" type="pres">
      <dgm:prSet presAssocID="{30AB937D-20EB-4B74-B37C-A5AD571B036F}" presName="lineArrowNode" presStyleLbl="alignAccFollowNode1" presStyleIdx="13" presStyleCnt="15"/>
      <dgm:spPr/>
    </dgm:pt>
    <dgm:pt modelId="{495A025A-0021-D048-A81B-A35389FA32F4}" type="pres">
      <dgm:prSet presAssocID="{7A99571A-C4AD-4CEF-91F5-5E76EC5CFC5A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9457E74B-DD42-D744-AF60-565BD77CD99A}" type="pres">
      <dgm:prSet presAssocID="{7A99571A-C4AD-4CEF-91F5-5E76EC5CFC5A}" presName="spacerBetweenCircleAndCallout" presStyleCnt="0">
        <dgm:presLayoutVars/>
      </dgm:prSet>
      <dgm:spPr/>
    </dgm:pt>
    <dgm:pt modelId="{5DB4FFD8-1320-174A-980A-1D5DF251E230}" type="pres">
      <dgm:prSet presAssocID="{30AB937D-20EB-4B74-B37C-A5AD571B036F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C2FE3712-7C51-2247-AD14-5D15C7EC147D}" type="presOf" srcId="{B781CFDE-22F1-467D-87B3-633B08493E9D}" destId="{508B2EFD-CA18-1045-921F-16C1D9D9C9AA}" srcOrd="0" destOrd="0" presId="urn:microsoft.com/office/officeart/2016/7/layout/LinearArrowProcessNumbered"/>
    <dgm:cxn modelId="{CB19082F-45C9-8C4E-8180-8E4BB09F5C67}" type="presOf" srcId="{985D7015-AB78-403A-A98C-67635A42AD37}" destId="{880F9FC0-EBB3-6847-8DAA-3CC996725B30}" srcOrd="0" destOrd="0" presId="urn:microsoft.com/office/officeart/2016/7/layout/LinearArrowProcessNumbered"/>
    <dgm:cxn modelId="{830BAC41-72AD-4F47-9410-083C785234D0}" type="presOf" srcId="{5C9F32F0-D62A-4F39-BD8D-E287E2A1C666}" destId="{5C67E142-DF05-0149-AD7C-AD877AA02194}" srcOrd="0" destOrd="0" presId="urn:microsoft.com/office/officeart/2016/7/layout/LinearArrowProcessNumbered"/>
    <dgm:cxn modelId="{64C3B64D-87CA-384D-82A1-37CE73094B81}" type="presOf" srcId="{30AB937D-20EB-4B74-B37C-A5AD571B036F}" destId="{5DB4FFD8-1320-174A-980A-1D5DF251E230}" srcOrd="0" destOrd="0" presId="urn:microsoft.com/office/officeart/2016/7/layout/LinearArrowProcessNumbered"/>
    <dgm:cxn modelId="{1D91B651-D8FE-CA40-ABC4-1BF6274A4133}" type="presOf" srcId="{BD5E91C2-213F-4637-97AE-B74DCC9A74D0}" destId="{F32F9262-5EE0-D242-92B6-CDC000D33923}" srcOrd="0" destOrd="0" presId="urn:microsoft.com/office/officeart/2016/7/layout/LinearArrowProcessNumbered"/>
    <dgm:cxn modelId="{8E443C70-CDA6-475E-90D9-92D344D2978E}" srcId="{47FA9ADE-E810-4F6F-9783-2D48B3510BDA}" destId="{30AB937D-20EB-4B74-B37C-A5AD571B036F}" srcOrd="4" destOrd="0" parTransId="{B90A63A7-9A39-400B-8893-DC723F56C71F}" sibTransId="{7A99571A-C4AD-4CEF-91F5-5E76EC5CFC5A}"/>
    <dgm:cxn modelId="{799A4A72-9F4C-6743-A435-2150CDD2A7F6}" type="presOf" srcId="{7A99571A-C4AD-4CEF-91F5-5E76EC5CFC5A}" destId="{495A025A-0021-D048-A81B-A35389FA32F4}" srcOrd="0" destOrd="0" presId="urn:microsoft.com/office/officeart/2016/7/layout/LinearArrowProcessNumbered"/>
    <dgm:cxn modelId="{50C41374-1A21-4F44-8B15-79B711B07EED}" type="presOf" srcId="{9D37FBA7-94D1-485D-8D92-499E1BB7ACB3}" destId="{FC4D900F-EE4D-3B44-B4B5-45170EF93094}" srcOrd="0" destOrd="0" presId="urn:microsoft.com/office/officeart/2016/7/layout/LinearArrowProcessNumbered"/>
    <dgm:cxn modelId="{9251B17D-0C35-4D40-ACC4-5F819D49920D}" type="presOf" srcId="{9E683453-D1D2-4119-A3EC-BEFCC768E88E}" destId="{94F22C7F-7EDF-FC48-A6D6-266D9D82723E}" srcOrd="0" destOrd="0" presId="urn:microsoft.com/office/officeart/2016/7/layout/LinearArrowProcessNumbered"/>
    <dgm:cxn modelId="{73BA1183-628F-8746-A225-27BD1E62BAB3}" type="presOf" srcId="{47FA9ADE-E810-4F6F-9783-2D48B3510BDA}" destId="{46C34DCC-CD23-7046-AB32-5EE29F408502}" srcOrd="0" destOrd="0" presId="urn:microsoft.com/office/officeart/2016/7/layout/LinearArrowProcessNumbered"/>
    <dgm:cxn modelId="{EC452F8D-A68F-4C2C-B5C9-E1BF31BB2F73}" srcId="{47FA9ADE-E810-4F6F-9783-2D48B3510BDA}" destId="{9D37FBA7-94D1-485D-8D92-499E1BB7ACB3}" srcOrd="0" destOrd="0" parTransId="{0FC32ABE-1756-4D7D-9792-299C8AEC28B6}" sibTransId="{BD5E91C2-213F-4637-97AE-B74DCC9A74D0}"/>
    <dgm:cxn modelId="{A33328B5-FCC9-3B4B-A344-EFC2761AAFFF}" type="presOf" srcId="{167FF43F-0EC6-4C97-862A-3137E19FF848}" destId="{21501B72-1D05-9548-9173-D495DCF3800D}" srcOrd="0" destOrd="0" presId="urn:microsoft.com/office/officeart/2016/7/layout/LinearArrowProcessNumbered"/>
    <dgm:cxn modelId="{D856F8B7-01BD-4054-AAF8-8F6AF7E34629}" srcId="{47FA9ADE-E810-4F6F-9783-2D48B3510BDA}" destId="{167FF43F-0EC6-4C97-862A-3137E19FF848}" srcOrd="1" destOrd="0" parTransId="{20E2CB9B-15B4-474B-ADC3-AD0A8A64E81E}" sibTransId="{CABF4BBE-4549-4FFC-95B1-A4BC999AE278}"/>
    <dgm:cxn modelId="{8C8A91C8-0D7B-4C09-BEDE-D3437F88D4E3}" srcId="{47FA9ADE-E810-4F6F-9783-2D48B3510BDA}" destId="{9E683453-D1D2-4119-A3EC-BEFCC768E88E}" srcOrd="2" destOrd="0" parTransId="{79EE8EA2-A950-4AD8-AB66-565D4C9F79A2}" sibTransId="{B781CFDE-22F1-467D-87B3-633B08493E9D}"/>
    <dgm:cxn modelId="{106C7CD0-2A18-437F-9506-EC46B3443E32}" srcId="{47FA9ADE-E810-4F6F-9783-2D48B3510BDA}" destId="{5C9F32F0-D62A-4F39-BD8D-E287E2A1C666}" srcOrd="3" destOrd="0" parTransId="{0E5B1DF5-993E-47E1-8FA2-1E8D798E3397}" sibTransId="{985D7015-AB78-403A-A98C-67635A42AD37}"/>
    <dgm:cxn modelId="{9A89ACFE-144E-644E-BE27-5F603B852EC7}" type="presOf" srcId="{CABF4BBE-4549-4FFC-95B1-A4BC999AE278}" destId="{4065B5DE-A545-E24F-8166-DB5373E7B510}" srcOrd="0" destOrd="0" presId="urn:microsoft.com/office/officeart/2016/7/layout/LinearArrowProcessNumbered"/>
    <dgm:cxn modelId="{C79C39FF-9736-B44E-97C4-1BFDB1EF6D96}" type="presParOf" srcId="{46C34DCC-CD23-7046-AB32-5EE29F408502}" destId="{2F84F20E-DCEB-1C4D-A8E2-1DB8EC15F90D}" srcOrd="0" destOrd="0" presId="urn:microsoft.com/office/officeart/2016/7/layout/LinearArrowProcessNumbered"/>
    <dgm:cxn modelId="{3EC78BFE-CF8B-2B42-A2C9-72FB5EE5875F}" type="presParOf" srcId="{2F84F20E-DCEB-1C4D-A8E2-1DB8EC15F90D}" destId="{34FD89EE-DFE6-5345-94AD-63FD60434670}" srcOrd="0" destOrd="0" presId="urn:microsoft.com/office/officeart/2016/7/layout/LinearArrowProcessNumbered"/>
    <dgm:cxn modelId="{6D77C0E7-B4FC-B54E-A90C-F9CB59B50926}" type="presParOf" srcId="{2F84F20E-DCEB-1C4D-A8E2-1DB8EC15F90D}" destId="{2ECD647E-F5DD-904E-B536-1237D5105562}" srcOrd="1" destOrd="0" presId="urn:microsoft.com/office/officeart/2016/7/layout/LinearArrowProcessNumbered"/>
    <dgm:cxn modelId="{CAA5E69A-5F17-0C40-9EBA-682FF90F896A}" type="presParOf" srcId="{2ECD647E-F5DD-904E-B536-1237D5105562}" destId="{3619C030-4776-CF40-9A37-AAEFB435A513}" srcOrd="0" destOrd="0" presId="urn:microsoft.com/office/officeart/2016/7/layout/LinearArrowProcessNumbered"/>
    <dgm:cxn modelId="{C0764E33-BBAA-E448-90C3-B203FD90FD13}" type="presParOf" srcId="{2ECD647E-F5DD-904E-B536-1237D5105562}" destId="{34F11849-314A-EB43-8E87-47884736F92C}" srcOrd="1" destOrd="0" presId="urn:microsoft.com/office/officeart/2016/7/layout/LinearArrowProcessNumbered"/>
    <dgm:cxn modelId="{B6C08FFE-45EA-2D41-9208-FE2DC7CA03D2}" type="presParOf" srcId="{2ECD647E-F5DD-904E-B536-1237D5105562}" destId="{F32F9262-5EE0-D242-92B6-CDC000D33923}" srcOrd="2" destOrd="0" presId="urn:microsoft.com/office/officeart/2016/7/layout/LinearArrowProcessNumbered"/>
    <dgm:cxn modelId="{FEAEABE2-2ED8-0D40-9FA2-884BEC79B704}" type="presParOf" srcId="{2ECD647E-F5DD-904E-B536-1237D5105562}" destId="{2CF0FE7D-6853-E94B-AF7D-59D4BCF751E3}" srcOrd="3" destOrd="0" presId="urn:microsoft.com/office/officeart/2016/7/layout/LinearArrowProcessNumbered"/>
    <dgm:cxn modelId="{3D08FB69-5EE5-A04D-BDC6-545448AF45A7}" type="presParOf" srcId="{2F84F20E-DCEB-1C4D-A8E2-1DB8EC15F90D}" destId="{FC4D900F-EE4D-3B44-B4B5-45170EF93094}" srcOrd="2" destOrd="0" presId="urn:microsoft.com/office/officeart/2016/7/layout/LinearArrowProcessNumbered"/>
    <dgm:cxn modelId="{42CA8EA3-260F-BD43-B0EB-9E2C5E4AEED8}" type="presParOf" srcId="{46C34DCC-CD23-7046-AB32-5EE29F408502}" destId="{2E9C2A7C-7AEB-5643-9718-A04EA5E1F19F}" srcOrd="1" destOrd="0" presId="urn:microsoft.com/office/officeart/2016/7/layout/LinearArrowProcessNumbered"/>
    <dgm:cxn modelId="{B67711C2-B548-3C45-9DFD-6BF35319AD17}" type="presParOf" srcId="{46C34DCC-CD23-7046-AB32-5EE29F408502}" destId="{269666CA-B602-F24E-9642-BBA9C4858296}" srcOrd="2" destOrd="0" presId="urn:microsoft.com/office/officeart/2016/7/layout/LinearArrowProcessNumbered"/>
    <dgm:cxn modelId="{413FAB52-F29A-0346-A704-E0C98B16DE7B}" type="presParOf" srcId="{269666CA-B602-F24E-9642-BBA9C4858296}" destId="{58AE7AA1-01A4-6340-A478-52E9D65696F8}" srcOrd="0" destOrd="0" presId="urn:microsoft.com/office/officeart/2016/7/layout/LinearArrowProcessNumbered"/>
    <dgm:cxn modelId="{E2961FBD-636A-AB4D-8C47-784705FAD5A2}" type="presParOf" srcId="{269666CA-B602-F24E-9642-BBA9C4858296}" destId="{D4E82FA1-3A9B-D344-99F5-67E35566D881}" srcOrd="1" destOrd="0" presId="urn:microsoft.com/office/officeart/2016/7/layout/LinearArrowProcessNumbered"/>
    <dgm:cxn modelId="{0AB583AE-B995-954A-B817-216DC3800142}" type="presParOf" srcId="{D4E82FA1-3A9B-D344-99F5-67E35566D881}" destId="{A3AFAB5B-14EC-2049-8165-71D58C574ABB}" srcOrd="0" destOrd="0" presId="urn:microsoft.com/office/officeart/2016/7/layout/LinearArrowProcessNumbered"/>
    <dgm:cxn modelId="{F968A23E-E990-D940-AC83-A6669DC713B9}" type="presParOf" srcId="{D4E82FA1-3A9B-D344-99F5-67E35566D881}" destId="{A17B7614-9D9E-AE45-9168-B11574226583}" srcOrd="1" destOrd="0" presId="urn:microsoft.com/office/officeart/2016/7/layout/LinearArrowProcessNumbered"/>
    <dgm:cxn modelId="{CC9C4BC0-E24D-954A-B0FE-5E35A0AD193A}" type="presParOf" srcId="{D4E82FA1-3A9B-D344-99F5-67E35566D881}" destId="{4065B5DE-A545-E24F-8166-DB5373E7B510}" srcOrd="2" destOrd="0" presId="urn:microsoft.com/office/officeart/2016/7/layout/LinearArrowProcessNumbered"/>
    <dgm:cxn modelId="{C2108418-78C1-5047-B6CD-24D92E617572}" type="presParOf" srcId="{D4E82FA1-3A9B-D344-99F5-67E35566D881}" destId="{CA9D8DB8-F532-AE4E-ACBB-29CDFC5BD585}" srcOrd="3" destOrd="0" presId="urn:microsoft.com/office/officeart/2016/7/layout/LinearArrowProcessNumbered"/>
    <dgm:cxn modelId="{A55A500A-87E8-6946-A171-2C1856BC2EEC}" type="presParOf" srcId="{269666CA-B602-F24E-9642-BBA9C4858296}" destId="{21501B72-1D05-9548-9173-D495DCF3800D}" srcOrd="2" destOrd="0" presId="urn:microsoft.com/office/officeart/2016/7/layout/LinearArrowProcessNumbered"/>
    <dgm:cxn modelId="{AFCB1822-E334-6846-88E0-5BC9644BB358}" type="presParOf" srcId="{46C34DCC-CD23-7046-AB32-5EE29F408502}" destId="{A73FC4E1-BF1C-D546-B341-EC2B20BB6DE2}" srcOrd="3" destOrd="0" presId="urn:microsoft.com/office/officeart/2016/7/layout/LinearArrowProcessNumbered"/>
    <dgm:cxn modelId="{535840DB-0275-0343-81E6-38569FAA4363}" type="presParOf" srcId="{46C34DCC-CD23-7046-AB32-5EE29F408502}" destId="{646EAD1B-64B8-8E4F-94A2-FD782463BCC3}" srcOrd="4" destOrd="0" presId="urn:microsoft.com/office/officeart/2016/7/layout/LinearArrowProcessNumbered"/>
    <dgm:cxn modelId="{84EA6698-E934-D04D-AAA3-3F3D05BEDAA4}" type="presParOf" srcId="{646EAD1B-64B8-8E4F-94A2-FD782463BCC3}" destId="{83BFE9E9-487B-8B4D-A0EE-C389896A0AD5}" srcOrd="0" destOrd="0" presId="urn:microsoft.com/office/officeart/2016/7/layout/LinearArrowProcessNumbered"/>
    <dgm:cxn modelId="{05B5D2DC-A28E-EC49-8AB3-8786D50AFFFB}" type="presParOf" srcId="{646EAD1B-64B8-8E4F-94A2-FD782463BCC3}" destId="{1484FAFF-D515-7D4D-B2C3-01D2D2389215}" srcOrd="1" destOrd="0" presId="urn:microsoft.com/office/officeart/2016/7/layout/LinearArrowProcessNumbered"/>
    <dgm:cxn modelId="{C491B5D1-7E53-254A-A909-B203094DBF68}" type="presParOf" srcId="{1484FAFF-D515-7D4D-B2C3-01D2D2389215}" destId="{FA8A559D-AB5F-F843-82D9-7294D703C8BA}" srcOrd="0" destOrd="0" presId="urn:microsoft.com/office/officeart/2016/7/layout/LinearArrowProcessNumbered"/>
    <dgm:cxn modelId="{8CC9B3C1-3EFC-C34B-9557-8B13C4A9BA33}" type="presParOf" srcId="{1484FAFF-D515-7D4D-B2C3-01D2D2389215}" destId="{91C35937-9A47-2543-8424-E9D8673C20AF}" srcOrd="1" destOrd="0" presId="urn:microsoft.com/office/officeart/2016/7/layout/LinearArrowProcessNumbered"/>
    <dgm:cxn modelId="{1977928D-EA0F-5B41-B3BC-C6E575F38B1C}" type="presParOf" srcId="{1484FAFF-D515-7D4D-B2C3-01D2D2389215}" destId="{508B2EFD-CA18-1045-921F-16C1D9D9C9AA}" srcOrd="2" destOrd="0" presId="urn:microsoft.com/office/officeart/2016/7/layout/LinearArrowProcessNumbered"/>
    <dgm:cxn modelId="{9906ED5F-4743-204F-AAEE-AA823F1CC608}" type="presParOf" srcId="{1484FAFF-D515-7D4D-B2C3-01D2D2389215}" destId="{FD08C3D5-1BCE-DE4A-933A-52E234E9D6E2}" srcOrd="3" destOrd="0" presId="urn:microsoft.com/office/officeart/2016/7/layout/LinearArrowProcessNumbered"/>
    <dgm:cxn modelId="{617A8E51-2EE7-BA4F-A3EE-EBC72A5199D1}" type="presParOf" srcId="{646EAD1B-64B8-8E4F-94A2-FD782463BCC3}" destId="{94F22C7F-7EDF-FC48-A6D6-266D9D82723E}" srcOrd="2" destOrd="0" presId="urn:microsoft.com/office/officeart/2016/7/layout/LinearArrowProcessNumbered"/>
    <dgm:cxn modelId="{1AF6EFEF-F866-444F-BFCE-FF2CCB5D9416}" type="presParOf" srcId="{46C34DCC-CD23-7046-AB32-5EE29F408502}" destId="{8E5DCCCC-B5B6-B44C-9A56-FA45785EE8EF}" srcOrd="5" destOrd="0" presId="urn:microsoft.com/office/officeart/2016/7/layout/LinearArrowProcessNumbered"/>
    <dgm:cxn modelId="{275DC190-B616-F143-8D85-7A5048E99C4A}" type="presParOf" srcId="{46C34DCC-CD23-7046-AB32-5EE29F408502}" destId="{F75EC05C-E76A-E846-B175-365270FAFB07}" srcOrd="6" destOrd="0" presId="urn:microsoft.com/office/officeart/2016/7/layout/LinearArrowProcessNumbered"/>
    <dgm:cxn modelId="{E618C5BA-4F16-264F-A000-8A1BAE3ACB19}" type="presParOf" srcId="{F75EC05C-E76A-E846-B175-365270FAFB07}" destId="{F39EB0B1-65F4-0542-89C0-A8ED8A6D5E7E}" srcOrd="0" destOrd="0" presId="urn:microsoft.com/office/officeart/2016/7/layout/LinearArrowProcessNumbered"/>
    <dgm:cxn modelId="{A776BC26-D478-F044-9B52-4D5313BC0E9E}" type="presParOf" srcId="{F75EC05C-E76A-E846-B175-365270FAFB07}" destId="{1C5FED09-7B87-D848-A80D-2A0EE71E42B0}" srcOrd="1" destOrd="0" presId="urn:microsoft.com/office/officeart/2016/7/layout/LinearArrowProcessNumbered"/>
    <dgm:cxn modelId="{C1EBD0B7-A876-FC43-B1FC-6646D2B4E913}" type="presParOf" srcId="{1C5FED09-7B87-D848-A80D-2A0EE71E42B0}" destId="{EF8ABCC2-306D-8946-8685-A2FC62582D0B}" srcOrd="0" destOrd="0" presId="urn:microsoft.com/office/officeart/2016/7/layout/LinearArrowProcessNumbered"/>
    <dgm:cxn modelId="{48901793-6308-EB43-BEC6-7B3CFD910D40}" type="presParOf" srcId="{1C5FED09-7B87-D848-A80D-2A0EE71E42B0}" destId="{09D12428-7E82-8E4D-9B59-A0B4FE3FE0E3}" srcOrd="1" destOrd="0" presId="urn:microsoft.com/office/officeart/2016/7/layout/LinearArrowProcessNumbered"/>
    <dgm:cxn modelId="{0048DB86-B034-3E43-9FD2-B4A4F69B0BD1}" type="presParOf" srcId="{1C5FED09-7B87-D848-A80D-2A0EE71E42B0}" destId="{880F9FC0-EBB3-6847-8DAA-3CC996725B30}" srcOrd="2" destOrd="0" presId="urn:microsoft.com/office/officeart/2016/7/layout/LinearArrowProcessNumbered"/>
    <dgm:cxn modelId="{774C18FD-3BFA-E446-B026-98B42901696A}" type="presParOf" srcId="{1C5FED09-7B87-D848-A80D-2A0EE71E42B0}" destId="{451590AE-D5BA-DF4B-BEDF-A1006BDF27BE}" srcOrd="3" destOrd="0" presId="urn:microsoft.com/office/officeart/2016/7/layout/LinearArrowProcessNumbered"/>
    <dgm:cxn modelId="{90FDEC1B-3073-BB4B-B749-B8A6DB8B1FFE}" type="presParOf" srcId="{F75EC05C-E76A-E846-B175-365270FAFB07}" destId="{5C67E142-DF05-0149-AD7C-AD877AA02194}" srcOrd="2" destOrd="0" presId="urn:microsoft.com/office/officeart/2016/7/layout/LinearArrowProcessNumbered"/>
    <dgm:cxn modelId="{25B3E513-4EB9-1744-9C3C-E014B70F0EA9}" type="presParOf" srcId="{46C34DCC-CD23-7046-AB32-5EE29F408502}" destId="{F5228D4A-3D50-A641-8D13-D17DF78097FF}" srcOrd="7" destOrd="0" presId="urn:microsoft.com/office/officeart/2016/7/layout/LinearArrowProcessNumbered"/>
    <dgm:cxn modelId="{FE9618D4-7CBE-4347-ADC7-123396D2F814}" type="presParOf" srcId="{46C34DCC-CD23-7046-AB32-5EE29F408502}" destId="{53B9539D-A444-0E4D-A95B-0A43A2C2C3FD}" srcOrd="8" destOrd="0" presId="urn:microsoft.com/office/officeart/2016/7/layout/LinearArrowProcessNumbered"/>
    <dgm:cxn modelId="{1D88ECA2-F1B4-0D49-9450-CCC62F7B0794}" type="presParOf" srcId="{53B9539D-A444-0E4D-A95B-0A43A2C2C3FD}" destId="{E4690819-A9E6-B345-98AA-B9FB2E5CF160}" srcOrd="0" destOrd="0" presId="urn:microsoft.com/office/officeart/2016/7/layout/LinearArrowProcessNumbered"/>
    <dgm:cxn modelId="{5E95E5CA-DEF0-C042-AEFF-8937370C7BAA}" type="presParOf" srcId="{53B9539D-A444-0E4D-A95B-0A43A2C2C3FD}" destId="{2408E062-D74C-714C-96BB-D0ACAB9DF18D}" srcOrd="1" destOrd="0" presId="urn:microsoft.com/office/officeart/2016/7/layout/LinearArrowProcessNumbered"/>
    <dgm:cxn modelId="{8BD296B6-228F-6C45-B631-BAAA0009CB5B}" type="presParOf" srcId="{2408E062-D74C-714C-96BB-D0ACAB9DF18D}" destId="{29913C99-8F93-634B-BA22-835CE5E6874F}" srcOrd="0" destOrd="0" presId="urn:microsoft.com/office/officeart/2016/7/layout/LinearArrowProcessNumbered"/>
    <dgm:cxn modelId="{4167D01B-5744-B141-AEB1-AB24AFBEDC3D}" type="presParOf" srcId="{2408E062-D74C-714C-96BB-D0ACAB9DF18D}" destId="{2EF7D220-526A-E64B-8B15-3D2D466D55B1}" srcOrd="1" destOrd="0" presId="urn:microsoft.com/office/officeart/2016/7/layout/LinearArrowProcessNumbered"/>
    <dgm:cxn modelId="{D016C7C0-39E2-C846-B71F-5C462DD1B851}" type="presParOf" srcId="{2408E062-D74C-714C-96BB-D0ACAB9DF18D}" destId="{495A025A-0021-D048-A81B-A35389FA32F4}" srcOrd="2" destOrd="0" presId="urn:microsoft.com/office/officeart/2016/7/layout/LinearArrowProcessNumbered"/>
    <dgm:cxn modelId="{851746DC-26BD-9E4E-88CF-90D93BF17692}" type="presParOf" srcId="{2408E062-D74C-714C-96BB-D0ACAB9DF18D}" destId="{9457E74B-DD42-D744-AF60-565BD77CD99A}" srcOrd="3" destOrd="0" presId="urn:microsoft.com/office/officeart/2016/7/layout/LinearArrowProcessNumbered"/>
    <dgm:cxn modelId="{59CBC76B-6465-664A-BBB1-EE9FD5F9B8E7}" type="presParOf" srcId="{53B9539D-A444-0E4D-A95B-0A43A2C2C3FD}" destId="{5DB4FFD8-1320-174A-980A-1D5DF251E230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2E5BA-9FBE-B142-AFF3-D4154A9333C1}">
      <dsp:nvSpPr>
        <dsp:cNvPr id="0" name=""/>
        <dsp:cNvSpPr/>
      </dsp:nvSpPr>
      <dsp:spPr>
        <a:xfrm>
          <a:off x="1305" y="173800"/>
          <a:ext cx="4581086" cy="2908989"/>
        </a:xfrm>
        <a:prstGeom prst="roundRect">
          <a:avLst>
            <a:gd name="adj" fmla="val 10000"/>
          </a:avLst>
        </a:prstGeom>
        <a:solidFill>
          <a:srgbClr val="8637F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5BD29-1775-F94F-A675-40E89249CBE9}">
      <dsp:nvSpPr>
        <dsp:cNvPr id="0" name=""/>
        <dsp:cNvSpPr/>
      </dsp:nvSpPr>
      <dsp:spPr>
        <a:xfrm>
          <a:off x="510314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Após termos o sistema todo montado para começar a fazer as alterações para o cliente, comecei a desenvolver a minha </a:t>
          </a:r>
          <a:r>
            <a:rPr lang="pt-PT" sz="2400" kern="1200" dirty="0" err="1"/>
            <a:t>root</a:t>
          </a:r>
          <a:r>
            <a:rPr lang="pt-PT" sz="2400" kern="1200" dirty="0"/>
            <a:t> e </a:t>
          </a:r>
          <a:r>
            <a:rPr lang="pt-PT" sz="2400" kern="1200" dirty="0" err="1"/>
            <a:t>usefull</a:t>
          </a:r>
          <a:r>
            <a:rPr lang="pt-PT" sz="2400" kern="1200" dirty="0"/>
            <a:t> classes analisando o </a:t>
          </a:r>
          <a:r>
            <a:rPr lang="pt-PT" sz="2400" kern="1200" dirty="0" err="1"/>
            <a:t>figma</a:t>
          </a:r>
          <a:r>
            <a:rPr lang="pt-PT" sz="2400" kern="1200" dirty="0"/>
            <a:t>, só adicionando e trocando o estritamente necessário (</a:t>
          </a:r>
          <a:r>
            <a:rPr lang="pt-PT" sz="2400" kern="1200" dirty="0" err="1"/>
            <a:t>Foundations</a:t>
          </a:r>
          <a:r>
            <a:rPr lang="pt-PT" sz="2400" kern="1200" dirty="0"/>
            <a:t>).</a:t>
          </a:r>
          <a:endParaRPr lang="en-US" sz="2400" kern="1200" dirty="0"/>
        </a:p>
      </dsp:txBody>
      <dsp:txXfrm>
        <a:off x="595515" y="742560"/>
        <a:ext cx="4410684" cy="2738587"/>
      </dsp:txXfrm>
    </dsp:sp>
    <dsp:sp modelId="{F23D98C4-9003-9248-A4EB-3485B8AA4BD8}">
      <dsp:nvSpPr>
        <dsp:cNvPr id="0" name=""/>
        <dsp:cNvSpPr/>
      </dsp:nvSpPr>
      <dsp:spPr>
        <a:xfrm>
          <a:off x="5600410" y="173800"/>
          <a:ext cx="4581086" cy="2908989"/>
        </a:xfrm>
        <a:prstGeom prst="roundRect">
          <a:avLst>
            <a:gd name="adj" fmla="val 10000"/>
          </a:avLst>
        </a:prstGeom>
        <a:solidFill>
          <a:srgbClr val="8637F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58B79-F006-5F4A-B987-C2022B0F033B}">
      <dsp:nvSpPr>
        <dsp:cNvPr id="0" name=""/>
        <dsp:cNvSpPr/>
      </dsp:nvSpPr>
      <dsp:spPr>
        <a:xfrm>
          <a:off x="6109420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Uma vez efetuado, passamos para alterar os widgets de outsysteams, estilizando-os como está no figma (Customize all Built-in Widgets).</a:t>
          </a:r>
          <a:endParaRPr lang="en-US" sz="2400" kern="1200"/>
        </a:p>
      </dsp:txBody>
      <dsp:txXfrm>
        <a:off x="6194621" y="742560"/>
        <a:ext cx="4410684" cy="2738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9C030-4776-CF40-9A37-AAEFB435A513}">
      <dsp:nvSpPr>
        <dsp:cNvPr id="0" name=""/>
        <dsp:cNvSpPr/>
      </dsp:nvSpPr>
      <dsp:spPr>
        <a:xfrm>
          <a:off x="1074400" y="804439"/>
          <a:ext cx="854301" cy="7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11849-314A-EB43-8E87-47884736F92C}">
      <dsp:nvSpPr>
        <dsp:cNvPr id="0" name=""/>
        <dsp:cNvSpPr/>
      </dsp:nvSpPr>
      <dsp:spPr>
        <a:xfrm>
          <a:off x="1979959" y="732643"/>
          <a:ext cx="98244" cy="184708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2F9262-5EE0-D242-92B6-CDC000D33923}">
      <dsp:nvSpPr>
        <dsp:cNvPr id="0" name=""/>
        <dsp:cNvSpPr/>
      </dsp:nvSpPr>
      <dsp:spPr>
        <a:xfrm>
          <a:off x="537331" y="374193"/>
          <a:ext cx="860563" cy="860563"/>
        </a:xfrm>
        <a:prstGeom prst="ellipse">
          <a:avLst/>
        </a:prstGeom>
        <a:solidFill>
          <a:srgbClr val="8637F8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95" tIns="33395" rIns="33395" bIns="33395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1</a:t>
          </a:r>
        </a:p>
      </dsp:txBody>
      <dsp:txXfrm>
        <a:off x="663358" y="500220"/>
        <a:ext cx="608509" cy="608509"/>
      </dsp:txXfrm>
    </dsp:sp>
    <dsp:sp modelId="{FC4D900F-EE4D-3B44-B4B5-45170EF93094}">
      <dsp:nvSpPr>
        <dsp:cNvPr id="0" name=""/>
        <dsp:cNvSpPr/>
      </dsp:nvSpPr>
      <dsp:spPr>
        <a:xfrm>
          <a:off x="6524" y="1400356"/>
          <a:ext cx="192217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23" tIns="165100" rIns="15162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Para duvidas falei com o meu TeamLider André Henriques e com o meu mentor Diogo Miranda;</a:t>
          </a:r>
          <a:endParaRPr lang="en-US" sz="1100" kern="1200"/>
        </a:p>
      </dsp:txBody>
      <dsp:txXfrm>
        <a:off x="6524" y="1784791"/>
        <a:ext cx="1922177" cy="1581165"/>
      </dsp:txXfrm>
    </dsp:sp>
    <dsp:sp modelId="{A3AFAB5B-14EC-2049-8165-71D58C574ABB}">
      <dsp:nvSpPr>
        <dsp:cNvPr id="0" name=""/>
        <dsp:cNvSpPr/>
      </dsp:nvSpPr>
      <dsp:spPr>
        <a:xfrm>
          <a:off x="2142277" y="804439"/>
          <a:ext cx="1922177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B7614-9D9E-AE45-9168-B11574226583}">
      <dsp:nvSpPr>
        <dsp:cNvPr id="0" name=""/>
        <dsp:cNvSpPr/>
      </dsp:nvSpPr>
      <dsp:spPr>
        <a:xfrm>
          <a:off x="4115712" y="732643"/>
          <a:ext cx="98244" cy="184709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5B5DE-A545-E24F-8166-DB5373E7B510}">
      <dsp:nvSpPr>
        <dsp:cNvPr id="0" name=""/>
        <dsp:cNvSpPr/>
      </dsp:nvSpPr>
      <dsp:spPr>
        <a:xfrm>
          <a:off x="2673084" y="374193"/>
          <a:ext cx="860563" cy="860563"/>
        </a:xfrm>
        <a:prstGeom prst="ellipse">
          <a:avLst/>
        </a:prstGeom>
        <a:solidFill>
          <a:srgbClr val="8637F8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95" tIns="33395" rIns="33395" bIns="33395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799111" y="500220"/>
        <a:ext cx="608509" cy="608509"/>
      </dsp:txXfrm>
    </dsp:sp>
    <dsp:sp modelId="{21501B72-1D05-9548-9173-D495DCF3800D}">
      <dsp:nvSpPr>
        <dsp:cNvPr id="0" name=""/>
        <dsp:cNvSpPr/>
      </dsp:nvSpPr>
      <dsp:spPr>
        <a:xfrm>
          <a:off x="2142277" y="1400356"/>
          <a:ext cx="192217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23" tIns="165100" rIns="15162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https://doitlean-dev.outsystemscloud.com/RocketUI/</a:t>
          </a:r>
          <a:endParaRPr lang="en-US" sz="1100" kern="1200"/>
        </a:p>
      </dsp:txBody>
      <dsp:txXfrm>
        <a:off x="2142277" y="1784791"/>
        <a:ext cx="1922177" cy="1581165"/>
      </dsp:txXfrm>
    </dsp:sp>
    <dsp:sp modelId="{FA8A559D-AB5F-F843-82D9-7294D703C8BA}">
      <dsp:nvSpPr>
        <dsp:cNvPr id="0" name=""/>
        <dsp:cNvSpPr/>
      </dsp:nvSpPr>
      <dsp:spPr>
        <a:xfrm>
          <a:off x="4278029" y="804439"/>
          <a:ext cx="1922177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35937-9A47-2543-8424-E9D8673C20AF}">
      <dsp:nvSpPr>
        <dsp:cNvPr id="0" name=""/>
        <dsp:cNvSpPr/>
      </dsp:nvSpPr>
      <dsp:spPr>
        <a:xfrm>
          <a:off x="6251465" y="732643"/>
          <a:ext cx="98244" cy="184709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B2EFD-CA18-1045-921F-16C1D9D9C9AA}">
      <dsp:nvSpPr>
        <dsp:cNvPr id="0" name=""/>
        <dsp:cNvSpPr/>
      </dsp:nvSpPr>
      <dsp:spPr>
        <a:xfrm>
          <a:off x="4808836" y="374193"/>
          <a:ext cx="860563" cy="860563"/>
        </a:xfrm>
        <a:prstGeom prst="ellipse">
          <a:avLst/>
        </a:prstGeom>
        <a:solidFill>
          <a:srgbClr val="8637F8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95" tIns="33395" rIns="33395" bIns="33395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4934863" y="500220"/>
        <a:ext cx="608509" cy="608509"/>
      </dsp:txXfrm>
    </dsp:sp>
    <dsp:sp modelId="{94F22C7F-7EDF-FC48-A6D6-266D9D82723E}">
      <dsp:nvSpPr>
        <dsp:cNvPr id="0" name=""/>
        <dsp:cNvSpPr/>
      </dsp:nvSpPr>
      <dsp:spPr>
        <a:xfrm>
          <a:off x="4278029" y="1400356"/>
          <a:ext cx="192217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23" tIns="165100" rIns="15162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>
              <a:hlinkClick xmlns:r="http://schemas.openxmlformats.org/officeDocument/2006/relationships" r:id="rId1"/>
            </a:rPr>
            <a:t>https://success.outsystems.com/documentation/11/building_apps/user_interface/screen_templates/creating_screen_templates/</a:t>
          </a:r>
          <a:r>
            <a:rPr lang="pt-PT" sz="1100" kern="1200"/>
            <a:t> (Templates)</a:t>
          </a:r>
          <a:endParaRPr lang="en-US" sz="1100" kern="1200"/>
        </a:p>
      </dsp:txBody>
      <dsp:txXfrm>
        <a:off x="4278029" y="1784791"/>
        <a:ext cx="1922177" cy="1581165"/>
      </dsp:txXfrm>
    </dsp:sp>
    <dsp:sp modelId="{EF8ABCC2-306D-8946-8685-A2FC62582D0B}">
      <dsp:nvSpPr>
        <dsp:cNvPr id="0" name=""/>
        <dsp:cNvSpPr/>
      </dsp:nvSpPr>
      <dsp:spPr>
        <a:xfrm>
          <a:off x="6413782" y="804438"/>
          <a:ext cx="1922177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D12428-7E82-8E4D-9B59-A0B4FE3FE0E3}">
      <dsp:nvSpPr>
        <dsp:cNvPr id="0" name=""/>
        <dsp:cNvSpPr/>
      </dsp:nvSpPr>
      <dsp:spPr>
        <a:xfrm>
          <a:off x="8387217" y="732643"/>
          <a:ext cx="98244" cy="184709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F9FC0-EBB3-6847-8DAA-3CC996725B30}">
      <dsp:nvSpPr>
        <dsp:cNvPr id="0" name=""/>
        <dsp:cNvSpPr/>
      </dsp:nvSpPr>
      <dsp:spPr>
        <a:xfrm>
          <a:off x="6944589" y="374193"/>
          <a:ext cx="860563" cy="860563"/>
        </a:xfrm>
        <a:prstGeom prst="ellipse">
          <a:avLst/>
        </a:prstGeom>
        <a:solidFill>
          <a:srgbClr val="8637F8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95" tIns="33395" rIns="33395" bIns="33395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070616" y="500220"/>
        <a:ext cx="608509" cy="608509"/>
      </dsp:txXfrm>
    </dsp:sp>
    <dsp:sp modelId="{5C67E142-DF05-0149-AD7C-AD877AA02194}">
      <dsp:nvSpPr>
        <dsp:cNvPr id="0" name=""/>
        <dsp:cNvSpPr/>
      </dsp:nvSpPr>
      <dsp:spPr>
        <a:xfrm>
          <a:off x="6413782" y="1400356"/>
          <a:ext cx="192217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23" tIns="165100" rIns="15162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>
              <a:hlinkClick xmlns:r="http://schemas.openxmlformats.org/officeDocument/2006/relationships" r:id="rId2"/>
            </a:rPr>
            <a:t>https://www.youtube.com/watch?v=2wEQcbIM_h8&amp;t=2886s</a:t>
          </a:r>
          <a:r>
            <a:rPr lang="pt-PT" sz="1100" kern="1200"/>
            <a:t> (Templates)</a:t>
          </a:r>
          <a:endParaRPr lang="en-US" sz="1100" kern="1200"/>
        </a:p>
      </dsp:txBody>
      <dsp:txXfrm>
        <a:off x="6413782" y="1784791"/>
        <a:ext cx="1922177" cy="1581165"/>
      </dsp:txXfrm>
    </dsp:sp>
    <dsp:sp modelId="{29913C99-8F93-634B-BA22-835CE5E6874F}">
      <dsp:nvSpPr>
        <dsp:cNvPr id="0" name=""/>
        <dsp:cNvSpPr/>
      </dsp:nvSpPr>
      <dsp:spPr>
        <a:xfrm>
          <a:off x="8549534" y="804438"/>
          <a:ext cx="961088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A025A-0021-D048-A81B-A35389FA32F4}">
      <dsp:nvSpPr>
        <dsp:cNvPr id="0" name=""/>
        <dsp:cNvSpPr/>
      </dsp:nvSpPr>
      <dsp:spPr>
        <a:xfrm>
          <a:off x="9080341" y="374193"/>
          <a:ext cx="860563" cy="860563"/>
        </a:xfrm>
        <a:prstGeom prst="ellipse">
          <a:avLst/>
        </a:prstGeom>
        <a:solidFill>
          <a:srgbClr val="8637F8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95" tIns="33395" rIns="33395" bIns="33395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206368" y="500220"/>
        <a:ext cx="608509" cy="608509"/>
      </dsp:txXfrm>
    </dsp:sp>
    <dsp:sp modelId="{5DB4FFD8-1320-174A-980A-1D5DF251E230}">
      <dsp:nvSpPr>
        <dsp:cNvPr id="0" name=""/>
        <dsp:cNvSpPr/>
      </dsp:nvSpPr>
      <dsp:spPr>
        <a:xfrm>
          <a:off x="8549534" y="1400356"/>
          <a:ext cx="192217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23" tIns="165100" rIns="15162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ChatGpt , Gemini;</a:t>
          </a:r>
          <a:endParaRPr lang="en-US" sz="1100" kern="1200"/>
        </a:p>
      </dsp:txBody>
      <dsp:txXfrm>
        <a:off x="8549534" y="1784791"/>
        <a:ext cx="1922177" cy="1581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0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0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1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0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9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0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8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8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4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81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5" r:id="rId6"/>
    <p:sldLayoutId id="2147483720" r:id="rId7"/>
    <p:sldLayoutId id="2147483721" r:id="rId8"/>
    <p:sldLayoutId id="2147483722" r:id="rId9"/>
    <p:sldLayoutId id="2147483724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DF6EE7-F24B-26E7-1628-A14D81F05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99024"/>
            <a:ext cx="3076032" cy="3914947"/>
          </a:xfrm>
        </p:spPr>
        <p:txBody>
          <a:bodyPr>
            <a:normAutofit/>
          </a:bodyPr>
          <a:lstStyle/>
          <a:p>
            <a:r>
              <a:rPr lang="pt-PT" sz="3400"/>
              <a:t>Final Project Presentation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30171A-4D05-FA65-A17F-CA8435453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24" y="4914199"/>
            <a:ext cx="2703583" cy="965440"/>
          </a:xfrm>
        </p:spPr>
        <p:txBody>
          <a:bodyPr>
            <a:normAutofit/>
          </a:bodyPr>
          <a:lstStyle/>
          <a:p>
            <a:r>
              <a:rPr lang="pt-PT" sz="1800"/>
              <a:t>Diogo de Abreu Ribeiro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Troféu">
            <a:extLst>
              <a:ext uri="{FF2B5EF4-FFF2-40B4-BE49-F238E27FC236}">
                <a16:creationId xmlns:a16="http://schemas.microsoft.com/office/drawing/2014/main" id="{9657385B-5623-6023-8B7A-0968BE27C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0149" y="723901"/>
            <a:ext cx="5410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8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EAC5A1-BB1B-91FF-EDE5-FD5BC057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pt-PT" dirty="0"/>
              <a:t>Introdução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Foguetão">
            <a:extLst>
              <a:ext uri="{FF2B5EF4-FFF2-40B4-BE49-F238E27FC236}">
                <a16:creationId xmlns:a16="http://schemas.microsoft.com/office/drawing/2014/main" id="{2BF019A5-5C77-A560-A21E-FDCD4FE54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7887C0D-C622-5DFB-A889-07479FE12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pt-PT" dirty="0"/>
              <a:t>Este projeto teve como objetivo a criação de um </a:t>
            </a:r>
            <a:r>
              <a:rPr lang="pt-PT" dirty="0" err="1"/>
              <a:t>Style</a:t>
            </a:r>
            <a:r>
              <a:rPr lang="pt-PT" dirty="0"/>
              <a:t> Guide em </a:t>
            </a:r>
            <a:r>
              <a:rPr lang="pt-PT" dirty="0" err="1"/>
              <a:t>OutSystems</a:t>
            </a:r>
            <a:r>
              <a:rPr lang="pt-PT" dirty="0"/>
              <a:t> para um novo cliente no caso a </a:t>
            </a:r>
            <a:r>
              <a:rPr lang="pt-PT" dirty="0" err="1"/>
              <a:t>MediaWeb</a:t>
            </a:r>
            <a:r>
              <a:rPr lang="pt-PT" dirty="0"/>
              <a:t> , utilizando Rocket UI, o próprio </a:t>
            </a:r>
            <a:r>
              <a:rPr lang="pt-PT" dirty="0" err="1"/>
              <a:t>OutSystems</a:t>
            </a:r>
            <a:r>
              <a:rPr lang="pt-PT" dirty="0"/>
              <a:t> , SCSS e boas práticas de arquitetura, com base num design definido em </a:t>
            </a:r>
            <a:r>
              <a:rPr lang="pt-PT" dirty="0" err="1"/>
              <a:t>Figma</a:t>
            </a:r>
            <a:r>
              <a:rPr lang="pt-PT" dirty="0"/>
              <a:t>, colocando em pratica tudo o que aprendi no </a:t>
            </a:r>
            <a:r>
              <a:rPr lang="pt-PT" dirty="0" err="1"/>
              <a:t>Ramp-up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139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CF86A7-CADD-27A9-CF3F-EA159706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pt-PT" dirty="0"/>
              <a:t>Instalação Do </a:t>
            </a:r>
            <a:r>
              <a:rPr lang="pt-PT" dirty="0" err="1"/>
              <a:t>RocketUi</a:t>
            </a:r>
            <a:endParaRPr lang="pt-PT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Transferir">
            <a:extLst>
              <a:ext uri="{FF2B5EF4-FFF2-40B4-BE49-F238E27FC236}">
                <a16:creationId xmlns:a16="http://schemas.microsoft.com/office/drawing/2014/main" id="{C1C68B94-4245-A70A-C2EF-8A5366480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40C660F-CD8E-71C7-F5B4-73F2FC1F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PT" dirty="0"/>
              <a:t>Começamos por ir a </a:t>
            </a:r>
            <a:r>
              <a:rPr lang="pt-PT" dirty="0" err="1"/>
              <a:t>forge</a:t>
            </a:r>
            <a:r>
              <a:rPr lang="pt-PT" dirty="0"/>
              <a:t> do ”OS” baixar o </a:t>
            </a:r>
            <a:r>
              <a:rPr lang="pt-PT" dirty="0" err="1"/>
              <a:t>Rocketui</a:t>
            </a:r>
            <a:r>
              <a:rPr lang="pt-PT" dirty="0"/>
              <a:t> e o seu </a:t>
            </a:r>
            <a:r>
              <a:rPr lang="pt-PT" dirty="0" err="1"/>
              <a:t>styleguide</a:t>
            </a:r>
            <a:r>
              <a:rPr lang="pt-PT" dirty="0"/>
              <a:t>, depois criamos o nosso tema e ligamos o nosso tema ao </a:t>
            </a:r>
            <a:r>
              <a:rPr lang="pt-PT" dirty="0" err="1"/>
              <a:t>styleguide</a:t>
            </a:r>
            <a:r>
              <a:rPr lang="pt-PT" dirty="0"/>
              <a:t> do rocket, porque vamos utilizar o </a:t>
            </a:r>
            <a:r>
              <a:rPr lang="pt-PT" dirty="0" err="1"/>
              <a:t>styleguide</a:t>
            </a:r>
            <a:r>
              <a:rPr lang="pt-PT" dirty="0"/>
              <a:t> do </a:t>
            </a:r>
            <a:r>
              <a:rPr lang="pt-PT" dirty="0" err="1"/>
              <a:t>OutSystems</a:t>
            </a:r>
            <a:r>
              <a:rPr lang="pt-PT" dirty="0"/>
              <a:t>, que já foi em algumas partes alterado pelo </a:t>
            </a:r>
            <a:r>
              <a:rPr lang="pt-PT" dirty="0" err="1"/>
              <a:t>RocketUi</a:t>
            </a:r>
            <a:r>
              <a:rPr lang="pt-PT" dirty="0"/>
              <a:t> e por cima dele ainda vamos colocar as nossas alterações seja em layouts, </a:t>
            </a:r>
            <a:r>
              <a:rPr lang="pt-PT" dirty="0" err="1"/>
              <a:t>patterns</a:t>
            </a:r>
            <a:r>
              <a:rPr lang="pt-PT" dirty="0"/>
              <a:t>, </a:t>
            </a:r>
            <a:r>
              <a:rPr lang="pt-PT" dirty="0" err="1"/>
              <a:t>widgets</a:t>
            </a:r>
            <a:r>
              <a:rPr lang="pt-PT" dirty="0"/>
              <a:t> podemos alterar tudo.</a:t>
            </a:r>
            <a:br>
              <a:rPr lang="pt-PT" dirty="0"/>
            </a:br>
            <a:br>
              <a:rPr lang="pt-PT" dirty="0"/>
            </a:br>
            <a:br>
              <a:rPr lang="pt-PT" dirty="0"/>
            </a:br>
            <a:br>
              <a:rPr lang="pt-PT" dirty="0"/>
            </a:br>
            <a:br>
              <a:rPr lang="pt-PT" dirty="0"/>
            </a:br>
            <a:r>
              <a:rPr lang="pt-PT" dirty="0"/>
              <a:t>Pode ser um erro de principiante, mas passei uma dificuldade em relação as dependências porque achava que ao instalar na </a:t>
            </a:r>
            <a:r>
              <a:rPr lang="pt-PT" dirty="0" err="1"/>
              <a:t>forge</a:t>
            </a:r>
            <a:r>
              <a:rPr lang="pt-PT" dirty="0"/>
              <a:t> as dependências que eram precisos, vinha tudo atras, mas não temos de instalar 1 por 1.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05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055040-EEFB-619E-CD5E-84CCA46D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pt-PT" dirty="0"/>
              <a:t>Organização do projeto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Prancheta">
            <a:extLst>
              <a:ext uri="{FF2B5EF4-FFF2-40B4-BE49-F238E27FC236}">
                <a16:creationId xmlns:a16="http://schemas.microsoft.com/office/drawing/2014/main" id="{728FA994-AA76-BFC0-C18D-11D558969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15" name="Marcador de Posição de Conteúdo 2">
            <a:extLst>
              <a:ext uri="{FF2B5EF4-FFF2-40B4-BE49-F238E27FC236}">
                <a16:creationId xmlns:a16="http://schemas.microsoft.com/office/drawing/2014/main" id="{52910388-D740-4BC3-A0C5-2D7DFCEB8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r>
              <a:rPr lang="pt-PT"/>
              <a:t>No </a:t>
            </a:r>
            <a:r>
              <a:rPr lang="pt-PT" err="1"/>
              <a:t>RocketUI</a:t>
            </a:r>
            <a:r>
              <a:rPr lang="pt-PT"/>
              <a:t> os </a:t>
            </a:r>
            <a:r>
              <a:rPr lang="pt-PT" err="1"/>
              <a:t>patterns</a:t>
            </a:r>
            <a:r>
              <a:rPr lang="pt-PT"/>
              <a:t> e o seu </a:t>
            </a:r>
            <a:r>
              <a:rPr lang="pt-PT" err="1"/>
              <a:t>theme</a:t>
            </a:r>
            <a:r>
              <a:rPr lang="pt-PT"/>
              <a:t>, no </a:t>
            </a:r>
            <a:r>
              <a:rPr lang="pt-PT" err="1"/>
              <a:t>pattern</a:t>
            </a:r>
            <a:r>
              <a:rPr lang="pt-PT"/>
              <a:t> temos os utilizamos dentro dos layouts e no </a:t>
            </a:r>
            <a:r>
              <a:rPr lang="pt-PT" err="1"/>
              <a:t>theme</a:t>
            </a:r>
            <a:r>
              <a:rPr lang="pt-PT"/>
              <a:t>.</a:t>
            </a:r>
          </a:p>
          <a:p>
            <a:r>
              <a:rPr lang="pt-PT"/>
              <a:t>No </a:t>
            </a:r>
            <a:r>
              <a:rPr lang="pt-PT" err="1"/>
              <a:t>RocketUi</a:t>
            </a:r>
            <a:r>
              <a:rPr lang="pt-PT"/>
              <a:t> </a:t>
            </a:r>
            <a:r>
              <a:rPr lang="pt-PT" err="1"/>
              <a:t>styleguide</a:t>
            </a:r>
            <a:r>
              <a:rPr lang="pt-PT"/>
              <a:t> temos os Templates do rocket, </a:t>
            </a:r>
            <a:r>
              <a:rPr lang="pt-PT" err="1"/>
              <a:t>assets</a:t>
            </a:r>
            <a:r>
              <a:rPr lang="pt-PT"/>
              <a:t> do </a:t>
            </a:r>
            <a:r>
              <a:rPr lang="pt-PT" err="1"/>
              <a:t>outsysteams</a:t>
            </a:r>
            <a:r>
              <a:rPr lang="pt-PT"/>
              <a:t> e do Rocket, </a:t>
            </a:r>
            <a:r>
              <a:rPr lang="pt-PT" err="1"/>
              <a:t>database</a:t>
            </a:r>
            <a:r>
              <a:rPr lang="pt-PT"/>
              <a:t> e depois temos a pagina do </a:t>
            </a:r>
            <a:r>
              <a:rPr lang="pt-PT" err="1"/>
              <a:t>styleguide</a:t>
            </a:r>
            <a:r>
              <a:rPr lang="pt-PT"/>
              <a:t>.</a:t>
            </a:r>
          </a:p>
          <a:p>
            <a:r>
              <a:rPr lang="pt-PT"/>
              <a:t>Posteriormente criei o </a:t>
            </a:r>
            <a:r>
              <a:rPr lang="pt-PT" err="1"/>
              <a:t>Mediaweb</a:t>
            </a:r>
            <a:r>
              <a:rPr lang="pt-PT"/>
              <a:t> </a:t>
            </a:r>
            <a:r>
              <a:rPr lang="pt-PT" err="1"/>
              <a:t>Theme</a:t>
            </a:r>
            <a:r>
              <a:rPr lang="pt-PT"/>
              <a:t> que é o meu cliente que consome o </a:t>
            </a:r>
            <a:r>
              <a:rPr lang="pt-PT" err="1"/>
              <a:t>RocketUi</a:t>
            </a:r>
            <a:r>
              <a:rPr lang="pt-PT"/>
              <a:t>, no meu </a:t>
            </a:r>
            <a:r>
              <a:rPr lang="pt-PT" err="1"/>
              <a:t>theme</a:t>
            </a:r>
            <a:r>
              <a:rPr lang="pt-PT"/>
              <a:t>, tenho os meus </a:t>
            </a:r>
            <a:r>
              <a:rPr lang="pt-PT" err="1"/>
              <a:t>patterns</a:t>
            </a:r>
            <a:r>
              <a:rPr lang="pt-PT"/>
              <a:t>, </a:t>
            </a:r>
            <a:r>
              <a:rPr lang="pt-PT" err="1"/>
              <a:t>resources</a:t>
            </a:r>
            <a:r>
              <a:rPr lang="pt-PT"/>
              <a:t> e the.me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17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37C233-87CF-C85A-8A72-BAF2E3A3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t-PT" dirty="0"/>
              <a:t>Montagem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A4196FCC-6CEB-A355-936A-D3B46A51A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52281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854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199A95-507F-B4FC-D729-FE0FCB29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pt-PT" dirty="0"/>
              <a:t>Montagem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219E029-099E-D1CA-F034-48CA1019F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>
            <a:normAutofit/>
          </a:bodyPr>
          <a:lstStyle/>
          <a:p>
            <a:r>
              <a:rPr lang="pt-PT" dirty="0"/>
              <a:t>Passei em seguida ao desenvolvimento dos </a:t>
            </a:r>
            <a:r>
              <a:rPr lang="pt-PT" dirty="0" err="1"/>
              <a:t>Custom</a:t>
            </a:r>
            <a:r>
              <a:rPr lang="pt-PT" dirty="0"/>
              <a:t> Layouts para o projeto, onde clonei do rocket e alterei de acordo com o </a:t>
            </a:r>
            <a:r>
              <a:rPr lang="pt-PT" dirty="0" err="1"/>
              <a:t>figma</a:t>
            </a:r>
            <a:r>
              <a:rPr lang="pt-PT" dirty="0"/>
              <a:t> ,dando estilos ao mesmo, para quando o </a:t>
            </a:r>
            <a:r>
              <a:rPr lang="pt-PT" dirty="0" err="1"/>
              <a:t>dev</a:t>
            </a:r>
            <a:r>
              <a:rPr lang="pt-PT" dirty="0"/>
              <a:t> passa-se algum </a:t>
            </a:r>
            <a:r>
              <a:rPr lang="pt-PT" dirty="0" err="1"/>
              <a:t>widget</a:t>
            </a:r>
            <a:r>
              <a:rPr lang="pt-PT" dirty="0"/>
              <a:t> para dentro dele ficasse logo posicionado no sitio certo com os devidos espaçamentos e alinhamentos.</a:t>
            </a:r>
            <a:br>
              <a:rPr lang="pt-PT" dirty="0"/>
            </a:br>
            <a:r>
              <a:rPr lang="pt-PT" dirty="0"/>
              <a:t>Tenho aqui o exemplos da </a:t>
            </a:r>
            <a:r>
              <a:rPr lang="pt-PT" dirty="0" err="1"/>
              <a:t>widget</a:t>
            </a:r>
            <a:r>
              <a:rPr lang="pt-PT" dirty="0"/>
              <a:t> </a:t>
            </a:r>
            <a:r>
              <a:rPr lang="pt-PT" dirty="0" err="1"/>
              <a:t>trees</a:t>
            </a:r>
            <a:r>
              <a:rPr lang="pt-PT" dirty="0"/>
              <a:t> deles: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3314B6-7FDD-811B-E764-F5F9A2CD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942" y="719455"/>
            <a:ext cx="2263215" cy="259655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2D728CC2-4AC9-3D22-5CC6-74041056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232" y="3602695"/>
            <a:ext cx="3494635" cy="25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49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3CA38D-7BB0-4D35-BE00-0F487660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68F757-0522-B53B-82E0-A6CF16A2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pt-PT"/>
              <a:t>Montagem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EB1ABBC-0785-5FD1-6896-7981D7669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r>
              <a:rPr lang="pt-PT" dirty="0"/>
              <a:t>Para alem dos </a:t>
            </a:r>
            <a:r>
              <a:rPr lang="pt-PT" dirty="0" err="1"/>
              <a:t>widgets</a:t>
            </a:r>
            <a:r>
              <a:rPr lang="pt-PT" dirty="0"/>
              <a:t> que fiz, ainda existia mais alguns que não estavam no </a:t>
            </a:r>
            <a:r>
              <a:rPr lang="pt-PT" dirty="0" err="1"/>
              <a:t>styleguide</a:t>
            </a:r>
            <a:r>
              <a:rPr lang="pt-PT" dirty="0"/>
              <a:t> então tive de acabar por </a:t>
            </a:r>
            <a:r>
              <a:rPr lang="pt-PT" dirty="0" err="1"/>
              <a:t>estelizar</a:t>
            </a:r>
            <a:r>
              <a:rPr lang="pt-PT" dirty="0"/>
              <a:t> mais alguns, e testei os layouts para ver se ficava tudo no sitio ou se não ocupavam espaços mesmo vazios.</a:t>
            </a:r>
            <a:br>
              <a:rPr lang="pt-PT" dirty="0"/>
            </a:br>
            <a:br>
              <a:rPr lang="pt-PT" dirty="0"/>
            </a:br>
            <a:r>
              <a:rPr lang="pt-PT" dirty="0"/>
              <a:t>Como alguns botões, os </a:t>
            </a:r>
            <a:r>
              <a:rPr lang="pt-PT" dirty="0" err="1"/>
              <a:t>breadcrumbs</a:t>
            </a:r>
            <a:r>
              <a:rPr lang="pt-PT" dirty="0"/>
              <a:t>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14FD1B-A0BF-4C73-A68E-4B1F7299F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B100A6-1EBC-40AB-BB7E-26807F3CF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56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09C0B7-F236-2D8B-D6CC-B89E0D30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4729"/>
            <a:ext cx="4206240" cy="1821525"/>
          </a:xfrm>
        </p:spPr>
        <p:txBody>
          <a:bodyPr>
            <a:normAutofit/>
          </a:bodyPr>
          <a:lstStyle/>
          <a:p>
            <a:r>
              <a:rPr lang="pt-PT" dirty="0"/>
              <a:t>Montagem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3F11D30-E39B-7D9E-A397-F0A9F3617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974" y="952368"/>
            <a:ext cx="6418727" cy="17738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PT" sz="1400"/>
              <a:t>Passamos a criação do patterns, o que me deu mais problemas na altura foi o card, porque existem 2 cards no projeto e eu só com 3 placeholder queria fazer com que 1 pattern desse para os 2 cards o que ia ser muito difícil, até funcionou, contudo o conteúdo não ficava no sitio certo.</a:t>
            </a:r>
            <a:br>
              <a:rPr lang="pt-PT" sz="1400"/>
            </a:br>
            <a:r>
              <a:rPr lang="pt-PT" sz="1400"/>
              <a:t>Acabei por criar mais placeholders como era espectável, estelizei e acabei por criar input parameters que alteram qual dos cards quer.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D1BB2CC-2EB8-81C9-5262-E027A57D4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7486"/>
          <a:stretch>
            <a:fillRect/>
          </a:stretch>
        </p:blipFill>
        <p:spPr>
          <a:xfrm>
            <a:off x="6209623" y="3065742"/>
            <a:ext cx="5182278" cy="273755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4F6FFB41-9FDA-2EA4-89D4-61650194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1" y="3382818"/>
            <a:ext cx="5182278" cy="192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3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C98591-BE88-21DE-AEB4-0BF0FBEB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pt-PT" dirty="0"/>
              <a:t>Documentação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96C82AFA-7349-DC5E-3D6D-00150156A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79728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5374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7E69E0-BC11-665E-BA99-9991CC976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pt-PT" dirty="0"/>
              <a:t>Conclusões finais</a:t>
            </a:r>
          </a:p>
        </p:txBody>
      </p:sp>
      <p:pic>
        <p:nvPicPr>
          <p:cNvPr id="5" name="Picture 4" descr="Uma foguete brinquedo a voar do computador">
            <a:extLst>
              <a:ext uri="{FF2B5EF4-FFF2-40B4-BE49-F238E27FC236}">
                <a16:creationId xmlns:a16="http://schemas.microsoft.com/office/drawing/2014/main" id="{A387E09D-C151-CA0C-A9E1-F4B77E999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21" r="12488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EB8B9E-3784-07F5-7036-19991442D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pt-PT" dirty="0"/>
              <a:t>Tive as minhas dificuldades, consegui ultrapassar, consegui ter uma noção melhor de como se trabalha num projeto real e como pode ser vantajoso o </a:t>
            </a:r>
            <a:r>
              <a:rPr lang="pt-PT" dirty="0" err="1"/>
              <a:t>style</a:t>
            </a:r>
            <a:r>
              <a:rPr lang="pt-PT" dirty="0"/>
              <a:t> </a:t>
            </a:r>
            <a:r>
              <a:rPr lang="pt-PT" dirty="0" err="1"/>
              <a:t>guide</a:t>
            </a:r>
            <a:r>
              <a:rPr lang="pt-PT" dirty="0"/>
              <a:t> do Rocket e o nosso de maneira a que só tenhamos de fazer as coisas uma vez e de que maneira  o projeto fica mais </a:t>
            </a:r>
            <a:r>
              <a:rPr lang="pt-PT"/>
              <a:t>limpo e escalável </a:t>
            </a:r>
            <a:r>
              <a:rPr lang="pt-PT" dirty="0"/>
              <a:t>caso o cliente queira trocar alguma coisa mínima.</a:t>
            </a:r>
          </a:p>
        </p:txBody>
      </p:sp>
    </p:spTree>
    <p:extLst>
      <p:ext uri="{BB962C8B-B14F-4D97-AF65-F5344CB8AC3E}">
        <p14:creationId xmlns:p14="http://schemas.microsoft.com/office/powerpoint/2010/main" val="152088429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684</Words>
  <Application>Microsoft Macintosh PowerPoint</Application>
  <PresentationFormat>Ecrã Panorâmico</PresentationFormat>
  <Paragraphs>32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Final Project Presentation</vt:lpstr>
      <vt:lpstr>Introdução</vt:lpstr>
      <vt:lpstr>Instalação Do RocketUi</vt:lpstr>
      <vt:lpstr>Organização do projeto</vt:lpstr>
      <vt:lpstr>Montagem</vt:lpstr>
      <vt:lpstr>Montagem</vt:lpstr>
      <vt:lpstr>Montagem</vt:lpstr>
      <vt:lpstr>Montagem</vt:lpstr>
      <vt:lpstr>Documentação</vt:lpstr>
      <vt:lpstr>Conclusões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Diogo de Abreu Ribeiro</dc:creator>
  <cp:lastModifiedBy>Diogo de Abreu Ribeiro</cp:lastModifiedBy>
  <cp:revision>5</cp:revision>
  <dcterms:created xsi:type="dcterms:W3CDTF">2026-03-27T17:03:19Z</dcterms:created>
  <dcterms:modified xsi:type="dcterms:W3CDTF">2026-03-27T18:05:58Z</dcterms:modified>
</cp:coreProperties>
</file>